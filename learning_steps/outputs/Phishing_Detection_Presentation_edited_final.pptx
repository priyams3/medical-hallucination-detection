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B1622-7CA5-AF00-C963-A1C0B5632C64}" v="102" dt="2026-04-22T18:43:4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1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svg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diagrams/_rels/data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ata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svg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svg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diagrams/_rels/drawing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rawing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svg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33017-BCF4-42F3-BF13-3A1FCE88188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BA6F2B-09DD-4115-BB69-E669E28C4DCF}">
      <dgm:prSet/>
      <dgm:spPr/>
      <dgm:t>
        <a:bodyPr/>
        <a:lstStyle/>
        <a:p>
          <a:r>
            <a:rPr lang="en-US"/>
            <a:t>Vaibhav Wahie</a:t>
          </a:r>
        </a:p>
      </dgm:t>
    </dgm:pt>
    <dgm:pt modelId="{06CF67AE-5A93-4A58-A0C3-CC17C1F835D4}" type="parTrans" cxnId="{EFE11C24-E755-4509-9B8B-2692C5E13B80}">
      <dgm:prSet/>
      <dgm:spPr/>
      <dgm:t>
        <a:bodyPr/>
        <a:lstStyle/>
        <a:p>
          <a:endParaRPr lang="en-US"/>
        </a:p>
      </dgm:t>
    </dgm:pt>
    <dgm:pt modelId="{E858B8D4-F13F-48F2-A10D-457BFEE0EBE2}" type="sibTrans" cxnId="{EFE11C24-E755-4509-9B8B-2692C5E13B80}">
      <dgm:prSet/>
      <dgm:spPr/>
      <dgm:t>
        <a:bodyPr/>
        <a:lstStyle/>
        <a:p>
          <a:endParaRPr lang="en-US"/>
        </a:p>
      </dgm:t>
    </dgm:pt>
    <dgm:pt modelId="{9E0BEA42-C024-4463-B553-B4832784FE49}">
      <dgm:prSet/>
      <dgm:spPr/>
      <dgm:t>
        <a:bodyPr/>
        <a:lstStyle/>
        <a:p>
          <a:r>
            <a:rPr lang="en-US"/>
            <a:t>Priyamvada Nambiar</a:t>
          </a:r>
        </a:p>
      </dgm:t>
    </dgm:pt>
    <dgm:pt modelId="{F44D3F54-B9B0-4B25-9673-4B36F6DB48F5}" type="parTrans" cxnId="{7A07E31A-63AC-4378-8149-57A848CD0E9D}">
      <dgm:prSet/>
      <dgm:spPr/>
      <dgm:t>
        <a:bodyPr/>
        <a:lstStyle/>
        <a:p>
          <a:endParaRPr lang="en-US"/>
        </a:p>
      </dgm:t>
    </dgm:pt>
    <dgm:pt modelId="{8F8390C0-BB3F-4665-AB5D-DDD7A3F81E4C}" type="sibTrans" cxnId="{7A07E31A-63AC-4378-8149-57A848CD0E9D}">
      <dgm:prSet/>
      <dgm:spPr/>
      <dgm:t>
        <a:bodyPr/>
        <a:lstStyle/>
        <a:p>
          <a:endParaRPr lang="en-US"/>
        </a:p>
      </dgm:t>
    </dgm:pt>
    <dgm:pt modelId="{1D7A6204-98F5-472B-AA72-3987C5AB8D2E}">
      <dgm:prSet/>
      <dgm:spPr/>
      <dgm:t>
        <a:bodyPr/>
        <a:lstStyle/>
        <a:p>
          <a:r>
            <a:rPr lang="en-US"/>
            <a:t>Ashish Naik</a:t>
          </a:r>
        </a:p>
      </dgm:t>
    </dgm:pt>
    <dgm:pt modelId="{5982E891-34B0-4970-9A53-544B02442563}" type="parTrans" cxnId="{78735B6D-A94C-4577-A907-4E7124F40E1A}">
      <dgm:prSet/>
      <dgm:spPr/>
      <dgm:t>
        <a:bodyPr/>
        <a:lstStyle/>
        <a:p>
          <a:endParaRPr lang="en-US"/>
        </a:p>
      </dgm:t>
    </dgm:pt>
    <dgm:pt modelId="{A6B01549-ECD1-4D9B-974A-40AD84C0C363}" type="sibTrans" cxnId="{78735B6D-A94C-4577-A907-4E7124F40E1A}">
      <dgm:prSet/>
      <dgm:spPr/>
      <dgm:t>
        <a:bodyPr/>
        <a:lstStyle/>
        <a:p>
          <a:endParaRPr lang="en-US"/>
        </a:p>
      </dgm:t>
    </dgm:pt>
    <dgm:pt modelId="{28355E86-7B95-4AD2-B03C-EA63677001EC}" type="pres">
      <dgm:prSet presAssocID="{D8133017-BCF4-42F3-BF13-3A1FCE8818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7A3F1B-B066-42CC-A550-73C695BB9C12}" type="pres">
      <dgm:prSet presAssocID="{CEBA6F2B-09DD-4115-BB69-E669E28C4DCF}" presName="hierRoot1" presStyleCnt="0"/>
      <dgm:spPr/>
    </dgm:pt>
    <dgm:pt modelId="{1F25E696-666A-49DF-9286-8529A6D3222B}" type="pres">
      <dgm:prSet presAssocID="{CEBA6F2B-09DD-4115-BB69-E669E28C4DCF}" presName="composite" presStyleCnt="0"/>
      <dgm:spPr/>
    </dgm:pt>
    <dgm:pt modelId="{C42477D7-D07B-4747-8F10-CB8D6B40463F}" type="pres">
      <dgm:prSet presAssocID="{CEBA6F2B-09DD-4115-BB69-E669E28C4DCF}" presName="background" presStyleLbl="node0" presStyleIdx="0" presStyleCnt="3"/>
      <dgm:spPr/>
    </dgm:pt>
    <dgm:pt modelId="{1D9CB387-F398-4665-8ED3-2F000B925BF6}" type="pres">
      <dgm:prSet presAssocID="{CEBA6F2B-09DD-4115-BB69-E669E28C4DCF}" presName="text" presStyleLbl="fgAcc0" presStyleIdx="0" presStyleCnt="3">
        <dgm:presLayoutVars>
          <dgm:chPref val="3"/>
        </dgm:presLayoutVars>
      </dgm:prSet>
      <dgm:spPr/>
    </dgm:pt>
    <dgm:pt modelId="{FFF823C0-8D20-4DBC-913C-724BAE8935DC}" type="pres">
      <dgm:prSet presAssocID="{CEBA6F2B-09DD-4115-BB69-E669E28C4DCF}" presName="hierChild2" presStyleCnt="0"/>
      <dgm:spPr/>
    </dgm:pt>
    <dgm:pt modelId="{120F5D1B-EE32-4386-B676-103BB255D8C6}" type="pres">
      <dgm:prSet presAssocID="{9E0BEA42-C024-4463-B553-B4832784FE49}" presName="hierRoot1" presStyleCnt="0"/>
      <dgm:spPr/>
    </dgm:pt>
    <dgm:pt modelId="{CF4AD265-9BBC-48CB-9560-674DA9B16952}" type="pres">
      <dgm:prSet presAssocID="{9E0BEA42-C024-4463-B553-B4832784FE49}" presName="composite" presStyleCnt="0"/>
      <dgm:spPr/>
    </dgm:pt>
    <dgm:pt modelId="{D76C1481-7869-4FA4-B20A-BD5C058D4BF7}" type="pres">
      <dgm:prSet presAssocID="{9E0BEA42-C024-4463-B553-B4832784FE49}" presName="background" presStyleLbl="node0" presStyleIdx="1" presStyleCnt="3"/>
      <dgm:spPr/>
    </dgm:pt>
    <dgm:pt modelId="{3FAF1FDA-EA52-490F-8F89-80167B36DC2E}" type="pres">
      <dgm:prSet presAssocID="{9E0BEA42-C024-4463-B553-B4832784FE49}" presName="text" presStyleLbl="fgAcc0" presStyleIdx="1" presStyleCnt="3">
        <dgm:presLayoutVars>
          <dgm:chPref val="3"/>
        </dgm:presLayoutVars>
      </dgm:prSet>
      <dgm:spPr/>
    </dgm:pt>
    <dgm:pt modelId="{B1F54E12-4B77-429A-882A-6DF7D96E48C3}" type="pres">
      <dgm:prSet presAssocID="{9E0BEA42-C024-4463-B553-B4832784FE49}" presName="hierChild2" presStyleCnt="0"/>
      <dgm:spPr/>
    </dgm:pt>
    <dgm:pt modelId="{C1C4EE9E-DE21-4A72-B4C3-EC9B29F99F16}" type="pres">
      <dgm:prSet presAssocID="{1D7A6204-98F5-472B-AA72-3987C5AB8D2E}" presName="hierRoot1" presStyleCnt="0"/>
      <dgm:spPr/>
    </dgm:pt>
    <dgm:pt modelId="{7958C974-BD36-4F9D-8827-C4A59392A517}" type="pres">
      <dgm:prSet presAssocID="{1D7A6204-98F5-472B-AA72-3987C5AB8D2E}" presName="composite" presStyleCnt="0"/>
      <dgm:spPr/>
    </dgm:pt>
    <dgm:pt modelId="{A23A779F-CB03-43DE-A824-6F74AD998D1E}" type="pres">
      <dgm:prSet presAssocID="{1D7A6204-98F5-472B-AA72-3987C5AB8D2E}" presName="background" presStyleLbl="node0" presStyleIdx="2" presStyleCnt="3"/>
      <dgm:spPr/>
    </dgm:pt>
    <dgm:pt modelId="{3187CF7E-8DA0-497F-8B09-01D0E40AB5D9}" type="pres">
      <dgm:prSet presAssocID="{1D7A6204-98F5-472B-AA72-3987C5AB8D2E}" presName="text" presStyleLbl="fgAcc0" presStyleIdx="2" presStyleCnt="3">
        <dgm:presLayoutVars>
          <dgm:chPref val="3"/>
        </dgm:presLayoutVars>
      </dgm:prSet>
      <dgm:spPr/>
    </dgm:pt>
    <dgm:pt modelId="{AFFE6B5E-62F1-4032-AB42-2719DD8A0360}" type="pres">
      <dgm:prSet presAssocID="{1D7A6204-98F5-472B-AA72-3987C5AB8D2E}" presName="hierChild2" presStyleCnt="0"/>
      <dgm:spPr/>
    </dgm:pt>
  </dgm:ptLst>
  <dgm:cxnLst>
    <dgm:cxn modelId="{7C2D601A-56A3-48E7-9F6B-5F7DE12C3149}" type="presOf" srcId="{CEBA6F2B-09DD-4115-BB69-E669E28C4DCF}" destId="{1D9CB387-F398-4665-8ED3-2F000B925BF6}" srcOrd="0" destOrd="0" presId="urn:microsoft.com/office/officeart/2005/8/layout/hierarchy1"/>
    <dgm:cxn modelId="{7A07E31A-63AC-4378-8149-57A848CD0E9D}" srcId="{D8133017-BCF4-42F3-BF13-3A1FCE88188A}" destId="{9E0BEA42-C024-4463-B553-B4832784FE49}" srcOrd="1" destOrd="0" parTransId="{F44D3F54-B9B0-4B25-9673-4B36F6DB48F5}" sibTransId="{8F8390C0-BB3F-4665-AB5D-DDD7A3F81E4C}"/>
    <dgm:cxn modelId="{EFE11C24-E755-4509-9B8B-2692C5E13B80}" srcId="{D8133017-BCF4-42F3-BF13-3A1FCE88188A}" destId="{CEBA6F2B-09DD-4115-BB69-E669E28C4DCF}" srcOrd="0" destOrd="0" parTransId="{06CF67AE-5A93-4A58-A0C3-CC17C1F835D4}" sibTransId="{E858B8D4-F13F-48F2-A10D-457BFEE0EBE2}"/>
    <dgm:cxn modelId="{78735B6D-A94C-4577-A907-4E7124F40E1A}" srcId="{D8133017-BCF4-42F3-BF13-3A1FCE88188A}" destId="{1D7A6204-98F5-472B-AA72-3987C5AB8D2E}" srcOrd="2" destOrd="0" parTransId="{5982E891-34B0-4970-9A53-544B02442563}" sibTransId="{A6B01549-ECD1-4D9B-974A-40AD84C0C363}"/>
    <dgm:cxn modelId="{9E7FE1A5-C351-4D1A-A584-16326B5CDACE}" type="presOf" srcId="{9E0BEA42-C024-4463-B553-B4832784FE49}" destId="{3FAF1FDA-EA52-490F-8F89-80167B36DC2E}" srcOrd="0" destOrd="0" presId="urn:microsoft.com/office/officeart/2005/8/layout/hierarchy1"/>
    <dgm:cxn modelId="{65EF37D6-483E-4D56-A0B4-1ACCF032268E}" type="presOf" srcId="{1D7A6204-98F5-472B-AA72-3987C5AB8D2E}" destId="{3187CF7E-8DA0-497F-8B09-01D0E40AB5D9}" srcOrd="0" destOrd="0" presId="urn:microsoft.com/office/officeart/2005/8/layout/hierarchy1"/>
    <dgm:cxn modelId="{9A72DCD9-FBCC-4C26-91F0-8FA4B38E3C81}" type="presOf" srcId="{D8133017-BCF4-42F3-BF13-3A1FCE88188A}" destId="{28355E86-7B95-4AD2-B03C-EA63677001EC}" srcOrd="0" destOrd="0" presId="urn:microsoft.com/office/officeart/2005/8/layout/hierarchy1"/>
    <dgm:cxn modelId="{03E0C64F-E8DF-44C7-8A3B-4F082F2F6EEB}" type="presParOf" srcId="{28355E86-7B95-4AD2-B03C-EA63677001EC}" destId="{EF7A3F1B-B066-42CC-A550-73C695BB9C12}" srcOrd="0" destOrd="0" presId="urn:microsoft.com/office/officeart/2005/8/layout/hierarchy1"/>
    <dgm:cxn modelId="{A34A55F9-39D0-4F5A-95F2-423CADADE9F4}" type="presParOf" srcId="{EF7A3F1B-B066-42CC-A550-73C695BB9C12}" destId="{1F25E696-666A-49DF-9286-8529A6D3222B}" srcOrd="0" destOrd="0" presId="urn:microsoft.com/office/officeart/2005/8/layout/hierarchy1"/>
    <dgm:cxn modelId="{26A1B928-49CF-45FD-B622-81AEFE6280FA}" type="presParOf" srcId="{1F25E696-666A-49DF-9286-8529A6D3222B}" destId="{C42477D7-D07B-4747-8F10-CB8D6B40463F}" srcOrd="0" destOrd="0" presId="urn:microsoft.com/office/officeart/2005/8/layout/hierarchy1"/>
    <dgm:cxn modelId="{5CAF3190-DB24-4F7A-B0DC-259482A2DE14}" type="presParOf" srcId="{1F25E696-666A-49DF-9286-8529A6D3222B}" destId="{1D9CB387-F398-4665-8ED3-2F000B925BF6}" srcOrd="1" destOrd="0" presId="urn:microsoft.com/office/officeart/2005/8/layout/hierarchy1"/>
    <dgm:cxn modelId="{E39349D8-1BA2-4535-8265-42171CB5CA70}" type="presParOf" srcId="{EF7A3F1B-B066-42CC-A550-73C695BB9C12}" destId="{FFF823C0-8D20-4DBC-913C-724BAE8935DC}" srcOrd="1" destOrd="0" presId="urn:microsoft.com/office/officeart/2005/8/layout/hierarchy1"/>
    <dgm:cxn modelId="{BB78E2BE-BA94-4254-9033-207B04AA7A9B}" type="presParOf" srcId="{28355E86-7B95-4AD2-B03C-EA63677001EC}" destId="{120F5D1B-EE32-4386-B676-103BB255D8C6}" srcOrd="1" destOrd="0" presId="urn:microsoft.com/office/officeart/2005/8/layout/hierarchy1"/>
    <dgm:cxn modelId="{8F2503BA-3D9D-4B60-9CCF-FC54FAA359DC}" type="presParOf" srcId="{120F5D1B-EE32-4386-B676-103BB255D8C6}" destId="{CF4AD265-9BBC-48CB-9560-674DA9B16952}" srcOrd="0" destOrd="0" presId="urn:microsoft.com/office/officeart/2005/8/layout/hierarchy1"/>
    <dgm:cxn modelId="{1AC37968-506E-425A-8147-834B4F7DB0F7}" type="presParOf" srcId="{CF4AD265-9BBC-48CB-9560-674DA9B16952}" destId="{D76C1481-7869-4FA4-B20A-BD5C058D4BF7}" srcOrd="0" destOrd="0" presId="urn:microsoft.com/office/officeart/2005/8/layout/hierarchy1"/>
    <dgm:cxn modelId="{07917B4A-8671-4E29-B9FE-D82561225AEB}" type="presParOf" srcId="{CF4AD265-9BBC-48CB-9560-674DA9B16952}" destId="{3FAF1FDA-EA52-490F-8F89-80167B36DC2E}" srcOrd="1" destOrd="0" presId="urn:microsoft.com/office/officeart/2005/8/layout/hierarchy1"/>
    <dgm:cxn modelId="{358C817B-0B43-45EB-9F17-5D4E67463EC4}" type="presParOf" srcId="{120F5D1B-EE32-4386-B676-103BB255D8C6}" destId="{B1F54E12-4B77-429A-882A-6DF7D96E48C3}" srcOrd="1" destOrd="0" presId="urn:microsoft.com/office/officeart/2005/8/layout/hierarchy1"/>
    <dgm:cxn modelId="{5B24E2C7-D0CA-4C89-B8E6-E27D2A0DDB65}" type="presParOf" srcId="{28355E86-7B95-4AD2-B03C-EA63677001EC}" destId="{C1C4EE9E-DE21-4A72-B4C3-EC9B29F99F16}" srcOrd="2" destOrd="0" presId="urn:microsoft.com/office/officeart/2005/8/layout/hierarchy1"/>
    <dgm:cxn modelId="{43E8E3E7-D1B5-48AA-B820-4B880DEBA47D}" type="presParOf" srcId="{C1C4EE9E-DE21-4A72-B4C3-EC9B29F99F16}" destId="{7958C974-BD36-4F9D-8827-C4A59392A517}" srcOrd="0" destOrd="0" presId="urn:microsoft.com/office/officeart/2005/8/layout/hierarchy1"/>
    <dgm:cxn modelId="{6ADB8E7D-680D-4A54-9EED-1E6FC6735535}" type="presParOf" srcId="{7958C974-BD36-4F9D-8827-C4A59392A517}" destId="{A23A779F-CB03-43DE-A824-6F74AD998D1E}" srcOrd="0" destOrd="0" presId="urn:microsoft.com/office/officeart/2005/8/layout/hierarchy1"/>
    <dgm:cxn modelId="{F554BD0B-82F1-4B48-A4F7-AE15D8685335}" type="presParOf" srcId="{7958C974-BD36-4F9D-8827-C4A59392A517}" destId="{3187CF7E-8DA0-497F-8B09-01D0E40AB5D9}" srcOrd="1" destOrd="0" presId="urn:microsoft.com/office/officeart/2005/8/layout/hierarchy1"/>
    <dgm:cxn modelId="{275DAD7B-E7E4-40F0-B8C9-0E4BFF0A797C}" type="presParOf" srcId="{C1C4EE9E-DE21-4A72-B4C3-EC9B29F99F16}" destId="{AFFE6B5E-62F1-4032-AB42-2719DD8A03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F0103-B936-423A-B616-380A114D58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CC97088-8B82-47D4-82D5-FF23A380D120}">
      <dgm:prSet/>
      <dgm:spPr/>
      <dgm:t>
        <a:bodyPr/>
        <a:lstStyle/>
        <a:p>
          <a:r>
            <a:rPr lang="en-US"/>
            <a:t>Phishing is a major cybersecurity threat</a:t>
          </a:r>
        </a:p>
      </dgm:t>
    </dgm:pt>
    <dgm:pt modelId="{4021D0A2-E85A-44E2-88D7-7642762EE6BF}" type="parTrans" cxnId="{B4669966-DFB1-4D2E-B5A0-C005F1146AA4}">
      <dgm:prSet/>
      <dgm:spPr/>
      <dgm:t>
        <a:bodyPr/>
        <a:lstStyle/>
        <a:p>
          <a:endParaRPr lang="en-US"/>
        </a:p>
      </dgm:t>
    </dgm:pt>
    <dgm:pt modelId="{DF467793-A6F6-487F-8D91-B7810173CC5F}" type="sibTrans" cxnId="{B4669966-DFB1-4D2E-B5A0-C005F1146AA4}">
      <dgm:prSet/>
      <dgm:spPr/>
      <dgm:t>
        <a:bodyPr/>
        <a:lstStyle/>
        <a:p>
          <a:endParaRPr lang="en-US"/>
        </a:p>
      </dgm:t>
    </dgm:pt>
    <dgm:pt modelId="{43906131-0D5C-4725-89C3-80F96B97A385}">
      <dgm:prSet/>
      <dgm:spPr/>
      <dgm:t>
        <a:bodyPr/>
        <a:lstStyle/>
        <a:p>
          <a:r>
            <a:rPr lang="en-US"/>
            <a:t>Fake websites steal sensitive user data</a:t>
          </a:r>
        </a:p>
      </dgm:t>
    </dgm:pt>
    <dgm:pt modelId="{B1242DC3-34A3-4AD5-9739-23FD486A4BF4}" type="parTrans" cxnId="{8547E7DE-5BFE-49F5-B80C-E21B2BEAA6B1}">
      <dgm:prSet/>
      <dgm:spPr/>
      <dgm:t>
        <a:bodyPr/>
        <a:lstStyle/>
        <a:p>
          <a:endParaRPr lang="en-US"/>
        </a:p>
      </dgm:t>
    </dgm:pt>
    <dgm:pt modelId="{E5525D84-0726-4BFA-9610-1E7E75843A22}" type="sibTrans" cxnId="{8547E7DE-5BFE-49F5-B80C-E21B2BEAA6B1}">
      <dgm:prSet/>
      <dgm:spPr/>
      <dgm:t>
        <a:bodyPr/>
        <a:lstStyle/>
        <a:p>
          <a:endParaRPr lang="en-US"/>
        </a:p>
      </dgm:t>
    </dgm:pt>
    <dgm:pt modelId="{4FBFDB8E-18AA-4FF2-811F-C6E9F42D9738}">
      <dgm:prSet/>
      <dgm:spPr/>
      <dgm:t>
        <a:bodyPr/>
        <a:lstStyle/>
        <a:p>
          <a:r>
            <a:rPr lang="en-US"/>
            <a:t>Increasing number of online attacks</a:t>
          </a:r>
        </a:p>
      </dgm:t>
    </dgm:pt>
    <dgm:pt modelId="{55DBCA0B-5F59-4715-A4E8-8515CD659BEB}" type="parTrans" cxnId="{E223549A-67EA-48D5-A342-678CDBCDE376}">
      <dgm:prSet/>
      <dgm:spPr/>
      <dgm:t>
        <a:bodyPr/>
        <a:lstStyle/>
        <a:p>
          <a:endParaRPr lang="en-US"/>
        </a:p>
      </dgm:t>
    </dgm:pt>
    <dgm:pt modelId="{9A64ABC4-9094-47F6-83EB-45211E271ABF}" type="sibTrans" cxnId="{E223549A-67EA-48D5-A342-678CDBCDE376}">
      <dgm:prSet/>
      <dgm:spPr/>
      <dgm:t>
        <a:bodyPr/>
        <a:lstStyle/>
        <a:p>
          <a:endParaRPr lang="en-US"/>
        </a:p>
      </dgm:t>
    </dgm:pt>
    <dgm:pt modelId="{1824A1CE-CBA8-4315-B51F-17BA954A1A32}">
      <dgm:prSet/>
      <dgm:spPr/>
      <dgm:t>
        <a:bodyPr/>
        <a:lstStyle/>
        <a:p>
          <a:r>
            <a:rPr lang="en-US"/>
            <a:t>Need automated detection systems</a:t>
          </a:r>
        </a:p>
      </dgm:t>
    </dgm:pt>
    <dgm:pt modelId="{8B7B4EB7-79C5-4892-B118-76EBFEAF4C37}" type="parTrans" cxnId="{A29F1193-D91F-4ABB-BEB2-A103A6AE8D23}">
      <dgm:prSet/>
      <dgm:spPr/>
      <dgm:t>
        <a:bodyPr/>
        <a:lstStyle/>
        <a:p>
          <a:endParaRPr lang="en-US"/>
        </a:p>
      </dgm:t>
    </dgm:pt>
    <dgm:pt modelId="{75A73904-AB62-4399-8CA8-85E2D6D63FF8}" type="sibTrans" cxnId="{A29F1193-D91F-4ABB-BEB2-A103A6AE8D23}">
      <dgm:prSet/>
      <dgm:spPr/>
      <dgm:t>
        <a:bodyPr/>
        <a:lstStyle/>
        <a:p>
          <a:endParaRPr lang="en-US"/>
        </a:p>
      </dgm:t>
    </dgm:pt>
    <dgm:pt modelId="{D8505820-C125-44DC-9D5A-4D42D30A6FFA}" type="pres">
      <dgm:prSet presAssocID="{36BF0103-B936-423A-B616-380A114D58C2}" presName="root" presStyleCnt="0">
        <dgm:presLayoutVars>
          <dgm:dir/>
          <dgm:resizeHandles val="exact"/>
        </dgm:presLayoutVars>
      </dgm:prSet>
      <dgm:spPr/>
    </dgm:pt>
    <dgm:pt modelId="{C9F2B5A4-1737-493C-8105-49ABB51A5BAB}" type="pres">
      <dgm:prSet presAssocID="{ACC97088-8B82-47D4-82D5-FF23A380D120}" presName="compNode" presStyleCnt="0"/>
      <dgm:spPr/>
    </dgm:pt>
    <dgm:pt modelId="{BB0B4616-4C94-4782-87B9-9D5F30487B0D}" type="pres">
      <dgm:prSet presAssocID="{ACC97088-8B82-47D4-82D5-FF23A380D120}" presName="bgRect" presStyleLbl="bgShp" presStyleIdx="0" presStyleCnt="4"/>
      <dgm:spPr/>
    </dgm:pt>
    <dgm:pt modelId="{0D9A307E-B8D1-4B28-B247-6C6706A0F3FA}" type="pres">
      <dgm:prSet presAssocID="{ACC97088-8B82-47D4-82D5-FF23A380D1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1253F32-93F6-4C81-B8C1-0493B239C317}" type="pres">
      <dgm:prSet presAssocID="{ACC97088-8B82-47D4-82D5-FF23A380D120}" presName="spaceRect" presStyleCnt="0"/>
      <dgm:spPr/>
    </dgm:pt>
    <dgm:pt modelId="{489D185D-D713-4715-B17F-BFE888111C60}" type="pres">
      <dgm:prSet presAssocID="{ACC97088-8B82-47D4-82D5-FF23A380D120}" presName="parTx" presStyleLbl="revTx" presStyleIdx="0" presStyleCnt="4">
        <dgm:presLayoutVars>
          <dgm:chMax val="0"/>
          <dgm:chPref val="0"/>
        </dgm:presLayoutVars>
      </dgm:prSet>
      <dgm:spPr/>
    </dgm:pt>
    <dgm:pt modelId="{C4B1AE68-9330-49C3-BDB0-8A6748D9C1B6}" type="pres">
      <dgm:prSet presAssocID="{DF467793-A6F6-487F-8D91-B7810173CC5F}" presName="sibTrans" presStyleCnt="0"/>
      <dgm:spPr/>
    </dgm:pt>
    <dgm:pt modelId="{17D5D047-5524-47D8-9B53-1C8036BC7834}" type="pres">
      <dgm:prSet presAssocID="{43906131-0D5C-4725-89C3-80F96B97A385}" presName="compNode" presStyleCnt="0"/>
      <dgm:spPr/>
    </dgm:pt>
    <dgm:pt modelId="{A26B755B-771E-4C35-BB2F-57455B4C3600}" type="pres">
      <dgm:prSet presAssocID="{43906131-0D5C-4725-89C3-80F96B97A385}" presName="bgRect" presStyleLbl="bgShp" presStyleIdx="1" presStyleCnt="4"/>
      <dgm:spPr/>
    </dgm:pt>
    <dgm:pt modelId="{5F4253EC-1784-4036-80AF-2C2205A75494}" type="pres">
      <dgm:prSet presAssocID="{43906131-0D5C-4725-89C3-80F96B97A3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5AE4AF6-0F87-4361-8351-E4055C5358F4}" type="pres">
      <dgm:prSet presAssocID="{43906131-0D5C-4725-89C3-80F96B97A385}" presName="spaceRect" presStyleCnt="0"/>
      <dgm:spPr/>
    </dgm:pt>
    <dgm:pt modelId="{CD982DF8-1626-41FD-BA7B-CB37220A6EDC}" type="pres">
      <dgm:prSet presAssocID="{43906131-0D5C-4725-89C3-80F96B97A385}" presName="parTx" presStyleLbl="revTx" presStyleIdx="1" presStyleCnt="4">
        <dgm:presLayoutVars>
          <dgm:chMax val="0"/>
          <dgm:chPref val="0"/>
        </dgm:presLayoutVars>
      </dgm:prSet>
      <dgm:spPr/>
    </dgm:pt>
    <dgm:pt modelId="{88B8A665-1F61-498D-A1A4-8C6D4B43C664}" type="pres">
      <dgm:prSet presAssocID="{E5525D84-0726-4BFA-9610-1E7E75843A22}" presName="sibTrans" presStyleCnt="0"/>
      <dgm:spPr/>
    </dgm:pt>
    <dgm:pt modelId="{11924876-729C-40E9-B9C9-6CADFE9772DD}" type="pres">
      <dgm:prSet presAssocID="{4FBFDB8E-18AA-4FF2-811F-C6E9F42D9738}" presName="compNode" presStyleCnt="0"/>
      <dgm:spPr/>
    </dgm:pt>
    <dgm:pt modelId="{3613B04F-E964-4B99-AB2C-F32F829773FA}" type="pres">
      <dgm:prSet presAssocID="{4FBFDB8E-18AA-4FF2-811F-C6E9F42D9738}" presName="bgRect" presStyleLbl="bgShp" presStyleIdx="2" presStyleCnt="4"/>
      <dgm:spPr/>
    </dgm:pt>
    <dgm:pt modelId="{B2B97A88-86B9-4F22-8A12-827EADFFB353}" type="pres">
      <dgm:prSet presAssocID="{4FBFDB8E-18AA-4FF2-811F-C6E9F42D973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8FF33E3-612F-4097-BF38-E962AE1623FD}" type="pres">
      <dgm:prSet presAssocID="{4FBFDB8E-18AA-4FF2-811F-C6E9F42D9738}" presName="spaceRect" presStyleCnt="0"/>
      <dgm:spPr/>
    </dgm:pt>
    <dgm:pt modelId="{CE33B4C4-CE54-4F28-8AA9-2D2CB82EE98F}" type="pres">
      <dgm:prSet presAssocID="{4FBFDB8E-18AA-4FF2-811F-C6E9F42D9738}" presName="parTx" presStyleLbl="revTx" presStyleIdx="2" presStyleCnt="4">
        <dgm:presLayoutVars>
          <dgm:chMax val="0"/>
          <dgm:chPref val="0"/>
        </dgm:presLayoutVars>
      </dgm:prSet>
      <dgm:spPr/>
    </dgm:pt>
    <dgm:pt modelId="{B5D84F5A-01FA-46FF-A536-94213F65A135}" type="pres">
      <dgm:prSet presAssocID="{9A64ABC4-9094-47F6-83EB-45211E271ABF}" presName="sibTrans" presStyleCnt="0"/>
      <dgm:spPr/>
    </dgm:pt>
    <dgm:pt modelId="{0C6CEDAE-5FCC-428D-A986-50BA5FA8430A}" type="pres">
      <dgm:prSet presAssocID="{1824A1CE-CBA8-4315-B51F-17BA954A1A32}" presName="compNode" presStyleCnt="0"/>
      <dgm:spPr/>
    </dgm:pt>
    <dgm:pt modelId="{1A3E9A1C-21FC-49A9-B4A2-65BAD2B4AAF0}" type="pres">
      <dgm:prSet presAssocID="{1824A1CE-CBA8-4315-B51F-17BA954A1A32}" presName="bgRect" presStyleLbl="bgShp" presStyleIdx="3" presStyleCnt="4"/>
      <dgm:spPr/>
    </dgm:pt>
    <dgm:pt modelId="{71BAA346-00F1-4AFD-93C7-DE7B0DF2E96D}" type="pres">
      <dgm:prSet presAssocID="{1824A1CE-CBA8-4315-B51F-17BA954A1A3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AEAE10-8699-49DB-88F7-C9E700010ADA}" type="pres">
      <dgm:prSet presAssocID="{1824A1CE-CBA8-4315-B51F-17BA954A1A32}" presName="spaceRect" presStyleCnt="0"/>
      <dgm:spPr/>
    </dgm:pt>
    <dgm:pt modelId="{18F29B82-7498-4042-8F57-4AA597E270A9}" type="pres">
      <dgm:prSet presAssocID="{1824A1CE-CBA8-4315-B51F-17BA954A1A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6066100-E264-4BA7-BF87-3BECDFB451E2}" type="presOf" srcId="{36BF0103-B936-423A-B616-380A114D58C2}" destId="{D8505820-C125-44DC-9D5A-4D42D30A6FFA}" srcOrd="0" destOrd="0" presId="urn:microsoft.com/office/officeart/2018/2/layout/IconVerticalSolidList"/>
    <dgm:cxn modelId="{4A7C9C00-78CB-487A-8251-10736F7974F3}" type="presOf" srcId="{4FBFDB8E-18AA-4FF2-811F-C6E9F42D9738}" destId="{CE33B4C4-CE54-4F28-8AA9-2D2CB82EE98F}" srcOrd="0" destOrd="0" presId="urn:microsoft.com/office/officeart/2018/2/layout/IconVerticalSolidList"/>
    <dgm:cxn modelId="{512E9F08-05F6-4928-91E0-110FCC3EDB2C}" type="presOf" srcId="{ACC97088-8B82-47D4-82D5-FF23A380D120}" destId="{489D185D-D713-4715-B17F-BFE888111C60}" srcOrd="0" destOrd="0" presId="urn:microsoft.com/office/officeart/2018/2/layout/IconVerticalSolidList"/>
    <dgm:cxn modelId="{F2511F0F-ED8D-461A-AA76-043182FC90E6}" type="presOf" srcId="{43906131-0D5C-4725-89C3-80F96B97A385}" destId="{CD982DF8-1626-41FD-BA7B-CB37220A6EDC}" srcOrd="0" destOrd="0" presId="urn:microsoft.com/office/officeart/2018/2/layout/IconVerticalSolidList"/>
    <dgm:cxn modelId="{5512053F-6C60-4391-AAD3-9126BB2337BC}" type="presOf" srcId="{1824A1CE-CBA8-4315-B51F-17BA954A1A32}" destId="{18F29B82-7498-4042-8F57-4AA597E270A9}" srcOrd="0" destOrd="0" presId="urn:microsoft.com/office/officeart/2018/2/layout/IconVerticalSolidList"/>
    <dgm:cxn modelId="{B4669966-DFB1-4D2E-B5A0-C005F1146AA4}" srcId="{36BF0103-B936-423A-B616-380A114D58C2}" destId="{ACC97088-8B82-47D4-82D5-FF23A380D120}" srcOrd="0" destOrd="0" parTransId="{4021D0A2-E85A-44E2-88D7-7642762EE6BF}" sibTransId="{DF467793-A6F6-487F-8D91-B7810173CC5F}"/>
    <dgm:cxn modelId="{A29F1193-D91F-4ABB-BEB2-A103A6AE8D23}" srcId="{36BF0103-B936-423A-B616-380A114D58C2}" destId="{1824A1CE-CBA8-4315-B51F-17BA954A1A32}" srcOrd="3" destOrd="0" parTransId="{8B7B4EB7-79C5-4892-B118-76EBFEAF4C37}" sibTransId="{75A73904-AB62-4399-8CA8-85E2D6D63FF8}"/>
    <dgm:cxn modelId="{E223549A-67EA-48D5-A342-678CDBCDE376}" srcId="{36BF0103-B936-423A-B616-380A114D58C2}" destId="{4FBFDB8E-18AA-4FF2-811F-C6E9F42D9738}" srcOrd="2" destOrd="0" parTransId="{55DBCA0B-5F59-4715-A4E8-8515CD659BEB}" sibTransId="{9A64ABC4-9094-47F6-83EB-45211E271ABF}"/>
    <dgm:cxn modelId="{8547E7DE-5BFE-49F5-B80C-E21B2BEAA6B1}" srcId="{36BF0103-B936-423A-B616-380A114D58C2}" destId="{43906131-0D5C-4725-89C3-80F96B97A385}" srcOrd="1" destOrd="0" parTransId="{B1242DC3-34A3-4AD5-9739-23FD486A4BF4}" sibTransId="{E5525D84-0726-4BFA-9610-1E7E75843A22}"/>
    <dgm:cxn modelId="{6A3D0383-6531-4378-AFB7-FEB93C36CA0E}" type="presParOf" srcId="{D8505820-C125-44DC-9D5A-4D42D30A6FFA}" destId="{C9F2B5A4-1737-493C-8105-49ABB51A5BAB}" srcOrd="0" destOrd="0" presId="urn:microsoft.com/office/officeart/2018/2/layout/IconVerticalSolidList"/>
    <dgm:cxn modelId="{4D441015-B0ED-4BFB-ACD7-3A40F5785DAB}" type="presParOf" srcId="{C9F2B5A4-1737-493C-8105-49ABB51A5BAB}" destId="{BB0B4616-4C94-4782-87B9-9D5F30487B0D}" srcOrd="0" destOrd="0" presId="urn:microsoft.com/office/officeart/2018/2/layout/IconVerticalSolidList"/>
    <dgm:cxn modelId="{E5205F7C-9893-43B5-BB20-E6D8122BE427}" type="presParOf" srcId="{C9F2B5A4-1737-493C-8105-49ABB51A5BAB}" destId="{0D9A307E-B8D1-4B28-B247-6C6706A0F3FA}" srcOrd="1" destOrd="0" presId="urn:microsoft.com/office/officeart/2018/2/layout/IconVerticalSolidList"/>
    <dgm:cxn modelId="{6D95FBA9-020E-46C2-92BD-0901C4138D88}" type="presParOf" srcId="{C9F2B5A4-1737-493C-8105-49ABB51A5BAB}" destId="{61253F32-93F6-4C81-B8C1-0493B239C317}" srcOrd="2" destOrd="0" presId="urn:microsoft.com/office/officeart/2018/2/layout/IconVerticalSolidList"/>
    <dgm:cxn modelId="{78F63909-BE2D-47CC-AF0C-FC934AB2F032}" type="presParOf" srcId="{C9F2B5A4-1737-493C-8105-49ABB51A5BAB}" destId="{489D185D-D713-4715-B17F-BFE888111C60}" srcOrd="3" destOrd="0" presId="urn:microsoft.com/office/officeart/2018/2/layout/IconVerticalSolidList"/>
    <dgm:cxn modelId="{3C78FFF4-6F3C-4AFF-BA11-2C156B877E93}" type="presParOf" srcId="{D8505820-C125-44DC-9D5A-4D42D30A6FFA}" destId="{C4B1AE68-9330-49C3-BDB0-8A6748D9C1B6}" srcOrd="1" destOrd="0" presId="urn:microsoft.com/office/officeart/2018/2/layout/IconVerticalSolidList"/>
    <dgm:cxn modelId="{5BB1E8E9-FC66-496B-894C-62F411E2A485}" type="presParOf" srcId="{D8505820-C125-44DC-9D5A-4D42D30A6FFA}" destId="{17D5D047-5524-47D8-9B53-1C8036BC7834}" srcOrd="2" destOrd="0" presId="urn:microsoft.com/office/officeart/2018/2/layout/IconVerticalSolidList"/>
    <dgm:cxn modelId="{AF057DA8-9060-404D-89F2-E2BBF65B75D6}" type="presParOf" srcId="{17D5D047-5524-47D8-9B53-1C8036BC7834}" destId="{A26B755B-771E-4C35-BB2F-57455B4C3600}" srcOrd="0" destOrd="0" presId="urn:microsoft.com/office/officeart/2018/2/layout/IconVerticalSolidList"/>
    <dgm:cxn modelId="{33CC3941-E8C5-4271-91A0-A74C8B5A65EB}" type="presParOf" srcId="{17D5D047-5524-47D8-9B53-1C8036BC7834}" destId="{5F4253EC-1784-4036-80AF-2C2205A75494}" srcOrd="1" destOrd="0" presId="urn:microsoft.com/office/officeart/2018/2/layout/IconVerticalSolidList"/>
    <dgm:cxn modelId="{8292FFB0-8117-450C-90EE-DAF0D37762EC}" type="presParOf" srcId="{17D5D047-5524-47D8-9B53-1C8036BC7834}" destId="{65AE4AF6-0F87-4361-8351-E4055C5358F4}" srcOrd="2" destOrd="0" presId="urn:microsoft.com/office/officeart/2018/2/layout/IconVerticalSolidList"/>
    <dgm:cxn modelId="{6F4037AB-2FF4-449E-B867-E5C7D0CF0198}" type="presParOf" srcId="{17D5D047-5524-47D8-9B53-1C8036BC7834}" destId="{CD982DF8-1626-41FD-BA7B-CB37220A6EDC}" srcOrd="3" destOrd="0" presId="urn:microsoft.com/office/officeart/2018/2/layout/IconVerticalSolidList"/>
    <dgm:cxn modelId="{CF2D4D8B-C79C-438B-8FE3-B4C9E9FDB544}" type="presParOf" srcId="{D8505820-C125-44DC-9D5A-4D42D30A6FFA}" destId="{88B8A665-1F61-498D-A1A4-8C6D4B43C664}" srcOrd="3" destOrd="0" presId="urn:microsoft.com/office/officeart/2018/2/layout/IconVerticalSolidList"/>
    <dgm:cxn modelId="{3814AC3C-2B1B-4E3A-B491-D7BBF36E76D0}" type="presParOf" srcId="{D8505820-C125-44DC-9D5A-4D42D30A6FFA}" destId="{11924876-729C-40E9-B9C9-6CADFE9772DD}" srcOrd="4" destOrd="0" presId="urn:microsoft.com/office/officeart/2018/2/layout/IconVerticalSolidList"/>
    <dgm:cxn modelId="{83DC7436-47AC-448A-800B-05743BCB9509}" type="presParOf" srcId="{11924876-729C-40E9-B9C9-6CADFE9772DD}" destId="{3613B04F-E964-4B99-AB2C-F32F829773FA}" srcOrd="0" destOrd="0" presId="urn:microsoft.com/office/officeart/2018/2/layout/IconVerticalSolidList"/>
    <dgm:cxn modelId="{5A78E2E9-FD6A-4D76-820C-03DB96FB8ECE}" type="presParOf" srcId="{11924876-729C-40E9-B9C9-6CADFE9772DD}" destId="{B2B97A88-86B9-4F22-8A12-827EADFFB353}" srcOrd="1" destOrd="0" presId="urn:microsoft.com/office/officeart/2018/2/layout/IconVerticalSolidList"/>
    <dgm:cxn modelId="{2D6CCE98-F6B7-4636-BED8-A3E67EDECA1C}" type="presParOf" srcId="{11924876-729C-40E9-B9C9-6CADFE9772DD}" destId="{A8FF33E3-612F-4097-BF38-E962AE1623FD}" srcOrd="2" destOrd="0" presId="urn:microsoft.com/office/officeart/2018/2/layout/IconVerticalSolidList"/>
    <dgm:cxn modelId="{FF61FB0D-613B-4BD0-9479-C2ABB96A1DD0}" type="presParOf" srcId="{11924876-729C-40E9-B9C9-6CADFE9772DD}" destId="{CE33B4C4-CE54-4F28-8AA9-2D2CB82EE98F}" srcOrd="3" destOrd="0" presId="urn:microsoft.com/office/officeart/2018/2/layout/IconVerticalSolidList"/>
    <dgm:cxn modelId="{D7AB4C1D-2DB9-4DCE-AD0C-2E030F7EF5E3}" type="presParOf" srcId="{D8505820-C125-44DC-9D5A-4D42D30A6FFA}" destId="{B5D84F5A-01FA-46FF-A536-94213F65A135}" srcOrd="5" destOrd="0" presId="urn:microsoft.com/office/officeart/2018/2/layout/IconVerticalSolidList"/>
    <dgm:cxn modelId="{619E6142-F062-4BF9-A265-3DC5142B0254}" type="presParOf" srcId="{D8505820-C125-44DC-9D5A-4D42D30A6FFA}" destId="{0C6CEDAE-5FCC-428D-A986-50BA5FA8430A}" srcOrd="6" destOrd="0" presId="urn:microsoft.com/office/officeart/2018/2/layout/IconVerticalSolidList"/>
    <dgm:cxn modelId="{692E94A2-4C3A-412E-BE35-B7F442DF4D8A}" type="presParOf" srcId="{0C6CEDAE-5FCC-428D-A986-50BA5FA8430A}" destId="{1A3E9A1C-21FC-49A9-B4A2-65BAD2B4AAF0}" srcOrd="0" destOrd="0" presId="urn:microsoft.com/office/officeart/2018/2/layout/IconVerticalSolidList"/>
    <dgm:cxn modelId="{E10C81C1-9994-481D-A50C-D84F716580C4}" type="presParOf" srcId="{0C6CEDAE-5FCC-428D-A986-50BA5FA8430A}" destId="{71BAA346-00F1-4AFD-93C7-DE7B0DF2E96D}" srcOrd="1" destOrd="0" presId="urn:microsoft.com/office/officeart/2018/2/layout/IconVerticalSolidList"/>
    <dgm:cxn modelId="{4BA2AB87-1F8B-4213-8F31-8D3B37197394}" type="presParOf" srcId="{0C6CEDAE-5FCC-428D-A986-50BA5FA8430A}" destId="{F8AEAE10-8699-49DB-88F7-C9E700010ADA}" srcOrd="2" destOrd="0" presId="urn:microsoft.com/office/officeart/2018/2/layout/IconVerticalSolidList"/>
    <dgm:cxn modelId="{0A1F230A-2A7F-421A-8FBD-465F69707137}" type="presParOf" srcId="{0C6CEDAE-5FCC-428D-A986-50BA5FA8430A}" destId="{18F29B82-7498-4042-8F57-4AA597E270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0FC581-0B7D-4C34-A791-98CCB126AE6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BD1F3E-B056-41B1-8CC4-3A4EAE053DD5}">
      <dgm:prSet/>
      <dgm:spPr/>
      <dgm:t>
        <a:bodyPr/>
        <a:lstStyle/>
        <a:p>
          <a:r>
            <a:rPr lang="en-US"/>
            <a:t>Blacklist methods</a:t>
          </a:r>
        </a:p>
      </dgm:t>
    </dgm:pt>
    <dgm:pt modelId="{DA3D043F-BB6C-45B8-8623-8D3AB1A25505}" type="parTrans" cxnId="{D8AA7BD5-7A2E-4E5E-943F-139540458CAD}">
      <dgm:prSet/>
      <dgm:spPr/>
      <dgm:t>
        <a:bodyPr/>
        <a:lstStyle/>
        <a:p>
          <a:endParaRPr lang="en-US"/>
        </a:p>
      </dgm:t>
    </dgm:pt>
    <dgm:pt modelId="{8FB78061-D0A7-45F0-97AD-221913FBD1DE}" type="sibTrans" cxnId="{D8AA7BD5-7A2E-4E5E-943F-139540458CAD}">
      <dgm:prSet/>
      <dgm:spPr/>
      <dgm:t>
        <a:bodyPr/>
        <a:lstStyle/>
        <a:p>
          <a:endParaRPr lang="en-US"/>
        </a:p>
      </dgm:t>
    </dgm:pt>
    <dgm:pt modelId="{5A492504-5AD0-4D67-8B94-F5A02F255712}">
      <dgm:prSet/>
      <dgm:spPr/>
      <dgm:t>
        <a:bodyPr/>
        <a:lstStyle/>
        <a:p>
          <a:r>
            <a:rPr lang="en-US"/>
            <a:t>Rule-based systems</a:t>
          </a:r>
        </a:p>
      </dgm:t>
    </dgm:pt>
    <dgm:pt modelId="{44C46932-B1CD-499C-9E34-C90A88176F09}" type="parTrans" cxnId="{96CB5658-9EFD-4648-A3CF-BE80798B1C57}">
      <dgm:prSet/>
      <dgm:spPr/>
      <dgm:t>
        <a:bodyPr/>
        <a:lstStyle/>
        <a:p>
          <a:endParaRPr lang="en-US"/>
        </a:p>
      </dgm:t>
    </dgm:pt>
    <dgm:pt modelId="{DBE8501B-A510-4CC0-8949-4FEDB65ABDC2}" type="sibTrans" cxnId="{96CB5658-9EFD-4648-A3CF-BE80798B1C57}">
      <dgm:prSet/>
      <dgm:spPr/>
      <dgm:t>
        <a:bodyPr/>
        <a:lstStyle/>
        <a:p>
          <a:endParaRPr lang="en-US"/>
        </a:p>
      </dgm:t>
    </dgm:pt>
    <dgm:pt modelId="{BF1928EE-0420-4563-B0CB-D2F1D5366750}">
      <dgm:prSet/>
      <dgm:spPr/>
      <dgm:t>
        <a:bodyPr/>
        <a:lstStyle/>
        <a:p>
          <a:r>
            <a:rPr lang="en-US"/>
            <a:t>ML models (RF, KNN, ANN)</a:t>
          </a:r>
        </a:p>
      </dgm:t>
    </dgm:pt>
    <dgm:pt modelId="{9470AC3C-78B3-48D0-BF52-07E82D5A6865}" type="parTrans" cxnId="{5AEA6FD4-97C8-4412-8347-E4AA5FA9EEE2}">
      <dgm:prSet/>
      <dgm:spPr/>
      <dgm:t>
        <a:bodyPr/>
        <a:lstStyle/>
        <a:p>
          <a:endParaRPr lang="en-US"/>
        </a:p>
      </dgm:t>
    </dgm:pt>
    <dgm:pt modelId="{9335044C-FF14-4A8B-B3A3-401793C4D670}" type="sibTrans" cxnId="{5AEA6FD4-97C8-4412-8347-E4AA5FA9EEE2}">
      <dgm:prSet/>
      <dgm:spPr/>
      <dgm:t>
        <a:bodyPr/>
        <a:lstStyle/>
        <a:p>
          <a:endParaRPr lang="en-US"/>
        </a:p>
      </dgm:t>
    </dgm:pt>
    <dgm:pt modelId="{BC429941-54B5-4EFE-AC1A-1A5A6AF8C2B4}">
      <dgm:prSet/>
      <dgm:spPr/>
      <dgm:t>
        <a:bodyPr/>
        <a:lstStyle/>
        <a:p>
          <a:r>
            <a:rPr lang="en-US"/>
            <a:t>Limitation: poor real-world performance</a:t>
          </a:r>
        </a:p>
      </dgm:t>
    </dgm:pt>
    <dgm:pt modelId="{30B751FB-A2BF-4F6B-BD64-E5DB67FACB6B}" type="parTrans" cxnId="{5BE2EE1D-BA9C-42B3-B01E-2DCA494E1C5B}">
      <dgm:prSet/>
      <dgm:spPr/>
      <dgm:t>
        <a:bodyPr/>
        <a:lstStyle/>
        <a:p>
          <a:endParaRPr lang="en-US"/>
        </a:p>
      </dgm:t>
    </dgm:pt>
    <dgm:pt modelId="{D005D893-E762-4F03-96DD-0CB1413E197E}" type="sibTrans" cxnId="{5BE2EE1D-BA9C-42B3-B01E-2DCA494E1C5B}">
      <dgm:prSet/>
      <dgm:spPr/>
      <dgm:t>
        <a:bodyPr/>
        <a:lstStyle/>
        <a:p>
          <a:endParaRPr lang="en-US"/>
        </a:p>
      </dgm:t>
    </dgm:pt>
    <dgm:pt modelId="{F9E574D9-5A9C-4B10-9F42-5988161C14E1}">
      <dgm:prSet/>
      <dgm:spPr/>
      <dgm:t>
        <a:bodyPr/>
        <a:lstStyle/>
        <a:p>
          <a:r>
            <a:rPr lang="en-US"/>
            <a:t>Blindly trusting the model</a:t>
          </a:r>
        </a:p>
      </dgm:t>
    </dgm:pt>
    <dgm:pt modelId="{3C099DEA-5E1F-448F-ABA1-D906E8872D58}" type="parTrans" cxnId="{2615194B-F5F5-4433-9B6D-6B5E6259B41E}">
      <dgm:prSet/>
      <dgm:spPr/>
      <dgm:t>
        <a:bodyPr/>
        <a:lstStyle/>
        <a:p>
          <a:endParaRPr lang="en-US"/>
        </a:p>
      </dgm:t>
    </dgm:pt>
    <dgm:pt modelId="{664C0E86-53F8-4348-BC36-CA0496C14260}" type="sibTrans" cxnId="{2615194B-F5F5-4433-9B6D-6B5E6259B41E}">
      <dgm:prSet/>
      <dgm:spPr/>
      <dgm:t>
        <a:bodyPr/>
        <a:lstStyle/>
        <a:p>
          <a:endParaRPr lang="en-US"/>
        </a:p>
      </dgm:t>
    </dgm:pt>
    <dgm:pt modelId="{96889233-12D5-4059-8AA1-D5E5382683E8}" type="pres">
      <dgm:prSet presAssocID="{BF0FC581-0B7D-4C34-A791-98CCB126AE6C}" presName="linear" presStyleCnt="0">
        <dgm:presLayoutVars>
          <dgm:animLvl val="lvl"/>
          <dgm:resizeHandles val="exact"/>
        </dgm:presLayoutVars>
      </dgm:prSet>
      <dgm:spPr/>
    </dgm:pt>
    <dgm:pt modelId="{323D9155-5B74-4C85-A4CA-28BF18BBCD23}" type="pres">
      <dgm:prSet presAssocID="{B6BD1F3E-B056-41B1-8CC4-3A4EAE053D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FC9E176-710F-4131-B01D-BBFA15F998BD}" type="pres">
      <dgm:prSet presAssocID="{8FB78061-D0A7-45F0-97AD-221913FBD1DE}" presName="spacer" presStyleCnt="0"/>
      <dgm:spPr/>
    </dgm:pt>
    <dgm:pt modelId="{52E3D15A-E7C1-46BB-BB3E-B0ABFC6964ED}" type="pres">
      <dgm:prSet presAssocID="{5A492504-5AD0-4D67-8B94-F5A02F2557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324AE5-5034-44F5-A049-FCA906164801}" type="pres">
      <dgm:prSet presAssocID="{DBE8501B-A510-4CC0-8949-4FEDB65ABDC2}" presName="spacer" presStyleCnt="0"/>
      <dgm:spPr/>
    </dgm:pt>
    <dgm:pt modelId="{634AE639-2C73-48C6-81DC-19B0A3AF7228}" type="pres">
      <dgm:prSet presAssocID="{BF1928EE-0420-4563-B0CB-D2F1D53667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2CD7CF-BA79-407A-AA22-B43167F5AD4B}" type="pres">
      <dgm:prSet presAssocID="{9335044C-FF14-4A8B-B3A3-401793C4D670}" presName="spacer" presStyleCnt="0"/>
      <dgm:spPr/>
    </dgm:pt>
    <dgm:pt modelId="{67AB8822-D794-45D0-BE8C-90867CE764F1}" type="pres">
      <dgm:prSet presAssocID="{BC429941-54B5-4EFE-AC1A-1A5A6AF8C2B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E0C06D3-A8A1-4605-AD1E-FC86C4C3BF73}" type="pres">
      <dgm:prSet presAssocID="{D005D893-E762-4F03-96DD-0CB1413E197E}" presName="spacer" presStyleCnt="0"/>
      <dgm:spPr/>
    </dgm:pt>
    <dgm:pt modelId="{1352702C-9C80-42B3-BD4B-930DA7502403}" type="pres">
      <dgm:prSet presAssocID="{F9E574D9-5A9C-4B10-9F42-5988161C14E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BE2EE1D-BA9C-42B3-B01E-2DCA494E1C5B}" srcId="{BF0FC581-0B7D-4C34-A791-98CCB126AE6C}" destId="{BC429941-54B5-4EFE-AC1A-1A5A6AF8C2B4}" srcOrd="3" destOrd="0" parTransId="{30B751FB-A2BF-4F6B-BD64-E5DB67FACB6B}" sibTransId="{D005D893-E762-4F03-96DD-0CB1413E197E}"/>
    <dgm:cxn modelId="{6DDE322A-3A32-4207-A2C7-153B084AB323}" type="presOf" srcId="{BF1928EE-0420-4563-B0CB-D2F1D5366750}" destId="{634AE639-2C73-48C6-81DC-19B0A3AF7228}" srcOrd="0" destOrd="0" presId="urn:microsoft.com/office/officeart/2005/8/layout/vList2"/>
    <dgm:cxn modelId="{5F0D8935-F7C4-4F3F-83BB-7CF6017337DF}" type="presOf" srcId="{BF0FC581-0B7D-4C34-A791-98CCB126AE6C}" destId="{96889233-12D5-4059-8AA1-D5E5382683E8}" srcOrd="0" destOrd="0" presId="urn:microsoft.com/office/officeart/2005/8/layout/vList2"/>
    <dgm:cxn modelId="{2615194B-F5F5-4433-9B6D-6B5E6259B41E}" srcId="{BF0FC581-0B7D-4C34-A791-98CCB126AE6C}" destId="{F9E574D9-5A9C-4B10-9F42-5988161C14E1}" srcOrd="4" destOrd="0" parTransId="{3C099DEA-5E1F-448F-ABA1-D906E8872D58}" sibTransId="{664C0E86-53F8-4348-BC36-CA0496C14260}"/>
    <dgm:cxn modelId="{96CB5658-9EFD-4648-A3CF-BE80798B1C57}" srcId="{BF0FC581-0B7D-4C34-A791-98CCB126AE6C}" destId="{5A492504-5AD0-4D67-8B94-F5A02F255712}" srcOrd="1" destOrd="0" parTransId="{44C46932-B1CD-499C-9E34-C90A88176F09}" sibTransId="{DBE8501B-A510-4CC0-8949-4FEDB65ABDC2}"/>
    <dgm:cxn modelId="{5EC34E8D-5514-4C1C-B370-B9610E550968}" type="presOf" srcId="{F9E574D9-5A9C-4B10-9F42-5988161C14E1}" destId="{1352702C-9C80-42B3-BD4B-930DA7502403}" srcOrd="0" destOrd="0" presId="urn:microsoft.com/office/officeart/2005/8/layout/vList2"/>
    <dgm:cxn modelId="{81093DA8-B83E-4230-AFE5-4FD3DE9D6EA9}" type="presOf" srcId="{B6BD1F3E-B056-41B1-8CC4-3A4EAE053DD5}" destId="{323D9155-5B74-4C85-A4CA-28BF18BBCD23}" srcOrd="0" destOrd="0" presId="urn:microsoft.com/office/officeart/2005/8/layout/vList2"/>
    <dgm:cxn modelId="{F8BFA8AD-D9A8-490B-A440-27937D863388}" type="presOf" srcId="{5A492504-5AD0-4D67-8B94-F5A02F255712}" destId="{52E3D15A-E7C1-46BB-BB3E-B0ABFC6964ED}" srcOrd="0" destOrd="0" presId="urn:microsoft.com/office/officeart/2005/8/layout/vList2"/>
    <dgm:cxn modelId="{5AEA6FD4-97C8-4412-8347-E4AA5FA9EEE2}" srcId="{BF0FC581-0B7D-4C34-A791-98CCB126AE6C}" destId="{BF1928EE-0420-4563-B0CB-D2F1D5366750}" srcOrd="2" destOrd="0" parTransId="{9470AC3C-78B3-48D0-BF52-07E82D5A6865}" sibTransId="{9335044C-FF14-4A8B-B3A3-401793C4D670}"/>
    <dgm:cxn modelId="{D8AA7BD5-7A2E-4E5E-943F-139540458CAD}" srcId="{BF0FC581-0B7D-4C34-A791-98CCB126AE6C}" destId="{B6BD1F3E-B056-41B1-8CC4-3A4EAE053DD5}" srcOrd="0" destOrd="0" parTransId="{DA3D043F-BB6C-45B8-8623-8D3AB1A25505}" sibTransId="{8FB78061-D0A7-45F0-97AD-221913FBD1DE}"/>
    <dgm:cxn modelId="{9C1F54F6-7F53-438B-9549-EAFB7905490A}" type="presOf" srcId="{BC429941-54B5-4EFE-AC1A-1A5A6AF8C2B4}" destId="{67AB8822-D794-45D0-BE8C-90867CE764F1}" srcOrd="0" destOrd="0" presId="urn:microsoft.com/office/officeart/2005/8/layout/vList2"/>
    <dgm:cxn modelId="{FA95DB71-2207-4A1B-8316-503876B69556}" type="presParOf" srcId="{96889233-12D5-4059-8AA1-D5E5382683E8}" destId="{323D9155-5B74-4C85-A4CA-28BF18BBCD23}" srcOrd="0" destOrd="0" presId="urn:microsoft.com/office/officeart/2005/8/layout/vList2"/>
    <dgm:cxn modelId="{EB286D49-DC66-411E-A918-160D89626D04}" type="presParOf" srcId="{96889233-12D5-4059-8AA1-D5E5382683E8}" destId="{AFC9E176-710F-4131-B01D-BBFA15F998BD}" srcOrd="1" destOrd="0" presId="urn:microsoft.com/office/officeart/2005/8/layout/vList2"/>
    <dgm:cxn modelId="{15219101-9F85-4003-AC01-2EC13B0DAB32}" type="presParOf" srcId="{96889233-12D5-4059-8AA1-D5E5382683E8}" destId="{52E3D15A-E7C1-46BB-BB3E-B0ABFC6964ED}" srcOrd="2" destOrd="0" presId="urn:microsoft.com/office/officeart/2005/8/layout/vList2"/>
    <dgm:cxn modelId="{DFF596DE-4725-4542-BF08-94BE2280E1C0}" type="presParOf" srcId="{96889233-12D5-4059-8AA1-D5E5382683E8}" destId="{7D324AE5-5034-44F5-A049-FCA906164801}" srcOrd="3" destOrd="0" presId="urn:microsoft.com/office/officeart/2005/8/layout/vList2"/>
    <dgm:cxn modelId="{69B36F9B-3CA6-453D-8E63-40F79345AB30}" type="presParOf" srcId="{96889233-12D5-4059-8AA1-D5E5382683E8}" destId="{634AE639-2C73-48C6-81DC-19B0A3AF7228}" srcOrd="4" destOrd="0" presId="urn:microsoft.com/office/officeart/2005/8/layout/vList2"/>
    <dgm:cxn modelId="{51463528-2857-4522-BD6B-9BF8AC6551BC}" type="presParOf" srcId="{96889233-12D5-4059-8AA1-D5E5382683E8}" destId="{F22CD7CF-BA79-407A-AA22-B43167F5AD4B}" srcOrd="5" destOrd="0" presId="urn:microsoft.com/office/officeart/2005/8/layout/vList2"/>
    <dgm:cxn modelId="{83EFD801-9C47-42AF-B7DF-599CFB26E075}" type="presParOf" srcId="{96889233-12D5-4059-8AA1-D5E5382683E8}" destId="{67AB8822-D794-45D0-BE8C-90867CE764F1}" srcOrd="6" destOrd="0" presId="urn:microsoft.com/office/officeart/2005/8/layout/vList2"/>
    <dgm:cxn modelId="{26F0EA4F-57C4-42E1-910E-A9E6FF4C5EA5}" type="presParOf" srcId="{96889233-12D5-4059-8AA1-D5E5382683E8}" destId="{1E0C06D3-A8A1-4605-AD1E-FC86C4C3BF73}" srcOrd="7" destOrd="0" presId="urn:microsoft.com/office/officeart/2005/8/layout/vList2"/>
    <dgm:cxn modelId="{AB894E23-6AC9-437F-B63E-F8E3C4D33784}" type="presParOf" srcId="{96889233-12D5-4059-8AA1-D5E5382683E8}" destId="{1352702C-9C80-42B3-BD4B-930DA750240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06FE19-193E-4D40-A4B2-9EEFADF929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0548EED-B4FA-45D3-9A07-6DE999550CCF}">
      <dgm:prSet/>
      <dgm:spPr/>
      <dgm:t>
        <a:bodyPr/>
        <a:lstStyle/>
        <a:p>
          <a:r>
            <a:rPr lang="en-US"/>
            <a:t>Internal: 11,055 samples</a:t>
          </a:r>
        </a:p>
      </dgm:t>
    </dgm:pt>
    <dgm:pt modelId="{DA9C5BDF-FDBD-41A5-9152-61F6857C2A6D}" type="parTrans" cxnId="{81749FFA-F06A-4A55-8ABA-923E5D975ECF}">
      <dgm:prSet/>
      <dgm:spPr/>
      <dgm:t>
        <a:bodyPr/>
        <a:lstStyle/>
        <a:p>
          <a:endParaRPr lang="en-US"/>
        </a:p>
      </dgm:t>
    </dgm:pt>
    <dgm:pt modelId="{F54173F0-D554-45AF-9D02-35E190EE3BD7}" type="sibTrans" cxnId="{81749FFA-F06A-4A55-8ABA-923E5D975ECF}">
      <dgm:prSet/>
      <dgm:spPr/>
      <dgm:t>
        <a:bodyPr/>
        <a:lstStyle/>
        <a:p>
          <a:endParaRPr lang="en-US"/>
        </a:p>
      </dgm:t>
    </dgm:pt>
    <dgm:pt modelId="{30C35342-14B7-4BA0-8267-0CF33981C082}">
      <dgm:prSet/>
      <dgm:spPr/>
      <dgm:t>
        <a:bodyPr/>
        <a:lstStyle/>
        <a:p>
          <a:r>
            <a:rPr lang="en-US"/>
            <a:t>External: 2,456 samples</a:t>
          </a:r>
        </a:p>
      </dgm:t>
    </dgm:pt>
    <dgm:pt modelId="{C4EFD114-CD30-4CFF-9B6B-87347751C992}" type="parTrans" cxnId="{0EE3F73F-8BBB-49B4-A418-8D5A06FA26F2}">
      <dgm:prSet/>
      <dgm:spPr/>
      <dgm:t>
        <a:bodyPr/>
        <a:lstStyle/>
        <a:p>
          <a:endParaRPr lang="en-US"/>
        </a:p>
      </dgm:t>
    </dgm:pt>
    <dgm:pt modelId="{C80692DF-3A00-453F-A64F-D45D3BEB2BAC}" type="sibTrans" cxnId="{0EE3F73F-8BBB-49B4-A418-8D5A06FA26F2}">
      <dgm:prSet/>
      <dgm:spPr/>
      <dgm:t>
        <a:bodyPr/>
        <a:lstStyle/>
        <a:p>
          <a:endParaRPr lang="en-US"/>
        </a:p>
      </dgm:t>
    </dgm:pt>
    <dgm:pt modelId="{9C6D9D70-7185-4073-9E8B-6DB4C9FF6FF6}">
      <dgm:prSet/>
      <dgm:spPr/>
      <dgm:t>
        <a:bodyPr/>
        <a:lstStyle/>
        <a:p>
          <a:r>
            <a:rPr lang="en-US"/>
            <a:t>Used for generalization</a:t>
          </a:r>
        </a:p>
      </dgm:t>
    </dgm:pt>
    <dgm:pt modelId="{CF4BD9C3-735C-4175-81EC-7BA3D16C5B51}" type="parTrans" cxnId="{AD5E467E-F9B7-4BDD-B930-441B6BA46B02}">
      <dgm:prSet/>
      <dgm:spPr/>
      <dgm:t>
        <a:bodyPr/>
        <a:lstStyle/>
        <a:p>
          <a:endParaRPr lang="en-US"/>
        </a:p>
      </dgm:t>
    </dgm:pt>
    <dgm:pt modelId="{7AE26A92-91D3-40A3-8B72-BE62999649CE}" type="sibTrans" cxnId="{AD5E467E-F9B7-4BDD-B930-441B6BA46B02}">
      <dgm:prSet/>
      <dgm:spPr/>
      <dgm:t>
        <a:bodyPr/>
        <a:lstStyle/>
        <a:p>
          <a:endParaRPr lang="en-US"/>
        </a:p>
      </dgm:t>
    </dgm:pt>
    <dgm:pt modelId="{7AAB2349-47F2-49E7-9F08-F8C2CC2EDCCB}" type="pres">
      <dgm:prSet presAssocID="{9406FE19-193E-4D40-A4B2-9EEFADF929FC}" presName="root" presStyleCnt="0">
        <dgm:presLayoutVars>
          <dgm:dir/>
          <dgm:resizeHandles val="exact"/>
        </dgm:presLayoutVars>
      </dgm:prSet>
      <dgm:spPr/>
    </dgm:pt>
    <dgm:pt modelId="{66879A5B-7C66-4323-941C-F1B9C1E0720F}" type="pres">
      <dgm:prSet presAssocID="{20548EED-B4FA-45D3-9A07-6DE999550CCF}" presName="compNode" presStyleCnt="0"/>
      <dgm:spPr/>
    </dgm:pt>
    <dgm:pt modelId="{E5D4CAF0-A21A-4B11-90D2-F6515985519D}" type="pres">
      <dgm:prSet presAssocID="{20548EED-B4FA-45D3-9A07-6DE999550CCF}" presName="bgRect" presStyleLbl="bgShp" presStyleIdx="0" presStyleCnt="3"/>
      <dgm:spPr/>
    </dgm:pt>
    <dgm:pt modelId="{B1F1C8E8-3FD6-45DB-BB7D-98A6E2999DC5}" type="pres">
      <dgm:prSet presAssocID="{20548EED-B4FA-45D3-9A07-6DE999550CC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0DCF007-E17B-47D3-9770-78A2545DFA80}" type="pres">
      <dgm:prSet presAssocID="{20548EED-B4FA-45D3-9A07-6DE999550CCF}" presName="spaceRect" presStyleCnt="0"/>
      <dgm:spPr/>
    </dgm:pt>
    <dgm:pt modelId="{21E7C120-F130-432A-9D49-83EFE5CB0000}" type="pres">
      <dgm:prSet presAssocID="{20548EED-B4FA-45D3-9A07-6DE999550CCF}" presName="parTx" presStyleLbl="revTx" presStyleIdx="0" presStyleCnt="3">
        <dgm:presLayoutVars>
          <dgm:chMax val="0"/>
          <dgm:chPref val="0"/>
        </dgm:presLayoutVars>
      </dgm:prSet>
      <dgm:spPr/>
    </dgm:pt>
    <dgm:pt modelId="{CB49E97B-22F5-45B5-8E59-33D5E62FDFC6}" type="pres">
      <dgm:prSet presAssocID="{F54173F0-D554-45AF-9D02-35E190EE3BD7}" presName="sibTrans" presStyleCnt="0"/>
      <dgm:spPr/>
    </dgm:pt>
    <dgm:pt modelId="{E4778A68-263A-4BC5-A8E4-A343228F4E28}" type="pres">
      <dgm:prSet presAssocID="{30C35342-14B7-4BA0-8267-0CF33981C082}" presName="compNode" presStyleCnt="0"/>
      <dgm:spPr/>
    </dgm:pt>
    <dgm:pt modelId="{DA8BB958-1681-4D18-86BE-EAC79553E516}" type="pres">
      <dgm:prSet presAssocID="{30C35342-14B7-4BA0-8267-0CF33981C082}" presName="bgRect" presStyleLbl="bgShp" presStyleIdx="1" presStyleCnt="3"/>
      <dgm:spPr/>
    </dgm:pt>
    <dgm:pt modelId="{4EEF8876-BDCA-43C2-8651-012C8559A292}" type="pres">
      <dgm:prSet presAssocID="{30C35342-14B7-4BA0-8267-0CF33981C08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787397F-5660-459C-971F-C35F248B28BA}" type="pres">
      <dgm:prSet presAssocID="{30C35342-14B7-4BA0-8267-0CF33981C082}" presName="spaceRect" presStyleCnt="0"/>
      <dgm:spPr/>
    </dgm:pt>
    <dgm:pt modelId="{7924843A-25B3-47E8-8BE8-4CD3FDB204B4}" type="pres">
      <dgm:prSet presAssocID="{30C35342-14B7-4BA0-8267-0CF33981C082}" presName="parTx" presStyleLbl="revTx" presStyleIdx="1" presStyleCnt="3">
        <dgm:presLayoutVars>
          <dgm:chMax val="0"/>
          <dgm:chPref val="0"/>
        </dgm:presLayoutVars>
      </dgm:prSet>
      <dgm:spPr/>
    </dgm:pt>
    <dgm:pt modelId="{7097A8F6-D58D-4848-BEB3-11559A483524}" type="pres">
      <dgm:prSet presAssocID="{C80692DF-3A00-453F-A64F-D45D3BEB2BAC}" presName="sibTrans" presStyleCnt="0"/>
      <dgm:spPr/>
    </dgm:pt>
    <dgm:pt modelId="{32471F19-4BCD-4F51-BFE5-7392EBB95AB3}" type="pres">
      <dgm:prSet presAssocID="{9C6D9D70-7185-4073-9E8B-6DB4C9FF6FF6}" presName="compNode" presStyleCnt="0"/>
      <dgm:spPr/>
    </dgm:pt>
    <dgm:pt modelId="{EE096C24-C3B0-486A-AD20-05C7CC9B05E3}" type="pres">
      <dgm:prSet presAssocID="{9C6D9D70-7185-4073-9E8B-6DB4C9FF6FF6}" presName="bgRect" presStyleLbl="bgShp" presStyleIdx="2" presStyleCnt="3"/>
      <dgm:spPr/>
    </dgm:pt>
    <dgm:pt modelId="{A8B75A00-6172-4F2D-8B0D-B5722E6ABD7C}" type="pres">
      <dgm:prSet presAssocID="{9C6D9D70-7185-4073-9E8B-6DB4C9FF6FF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6B5271-146A-4B72-A807-0C0F53FA0FB0}" type="pres">
      <dgm:prSet presAssocID="{9C6D9D70-7185-4073-9E8B-6DB4C9FF6FF6}" presName="spaceRect" presStyleCnt="0"/>
      <dgm:spPr/>
    </dgm:pt>
    <dgm:pt modelId="{D67807B4-120A-40AF-B4B3-E662DEE1410C}" type="pres">
      <dgm:prSet presAssocID="{9C6D9D70-7185-4073-9E8B-6DB4C9FF6FF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E3F73F-8BBB-49B4-A418-8D5A06FA26F2}" srcId="{9406FE19-193E-4D40-A4B2-9EEFADF929FC}" destId="{30C35342-14B7-4BA0-8267-0CF33981C082}" srcOrd="1" destOrd="0" parTransId="{C4EFD114-CD30-4CFF-9B6B-87347751C992}" sibTransId="{C80692DF-3A00-453F-A64F-D45D3BEB2BAC}"/>
    <dgm:cxn modelId="{2B72CF63-19E6-4653-99DF-7DD5B7E84745}" type="presOf" srcId="{20548EED-B4FA-45D3-9A07-6DE999550CCF}" destId="{21E7C120-F130-432A-9D49-83EFE5CB0000}" srcOrd="0" destOrd="0" presId="urn:microsoft.com/office/officeart/2018/2/layout/IconVerticalSolidList"/>
    <dgm:cxn modelId="{AD5E467E-F9B7-4BDD-B930-441B6BA46B02}" srcId="{9406FE19-193E-4D40-A4B2-9EEFADF929FC}" destId="{9C6D9D70-7185-4073-9E8B-6DB4C9FF6FF6}" srcOrd="2" destOrd="0" parTransId="{CF4BD9C3-735C-4175-81EC-7BA3D16C5B51}" sibTransId="{7AE26A92-91D3-40A3-8B72-BE62999649CE}"/>
    <dgm:cxn modelId="{EEAC6392-EF41-4AE2-9E06-F00B5476EDD0}" type="presOf" srcId="{9C6D9D70-7185-4073-9E8B-6DB4C9FF6FF6}" destId="{D67807B4-120A-40AF-B4B3-E662DEE1410C}" srcOrd="0" destOrd="0" presId="urn:microsoft.com/office/officeart/2018/2/layout/IconVerticalSolidList"/>
    <dgm:cxn modelId="{59335AAE-6933-4773-A4B9-A406BA0EA66F}" type="presOf" srcId="{30C35342-14B7-4BA0-8267-0CF33981C082}" destId="{7924843A-25B3-47E8-8BE8-4CD3FDB204B4}" srcOrd="0" destOrd="0" presId="urn:microsoft.com/office/officeart/2018/2/layout/IconVerticalSolidList"/>
    <dgm:cxn modelId="{16E425BB-B75D-4056-826B-467CCF66AFD0}" type="presOf" srcId="{9406FE19-193E-4D40-A4B2-9EEFADF929FC}" destId="{7AAB2349-47F2-49E7-9F08-F8C2CC2EDCCB}" srcOrd="0" destOrd="0" presId="urn:microsoft.com/office/officeart/2018/2/layout/IconVerticalSolidList"/>
    <dgm:cxn modelId="{81749FFA-F06A-4A55-8ABA-923E5D975ECF}" srcId="{9406FE19-193E-4D40-A4B2-9EEFADF929FC}" destId="{20548EED-B4FA-45D3-9A07-6DE999550CCF}" srcOrd="0" destOrd="0" parTransId="{DA9C5BDF-FDBD-41A5-9152-61F6857C2A6D}" sibTransId="{F54173F0-D554-45AF-9D02-35E190EE3BD7}"/>
    <dgm:cxn modelId="{8529D50A-C620-4D03-BE26-A370D3EEE1BF}" type="presParOf" srcId="{7AAB2349-47F2-49E7-9F08-F8C2CC2EDCCB}" destId="{66879A5B-7C66-4323-941C-F1B9C1E0720F}" srcOrd="0" destOrd="0" presId="urn:microsoft.com/office/officeart/2018/2/layout/IconVerticalSolidList"/>
    <dgm:cxn modelId="{973E1748-63F5-4D76-944C-3ACA9BA95317}" type="presParOf" srcId="{66879A5B-7C66-4323-941C-F1B9C1E0720F}" destId="{E5D4CAF0-A21A-4B11-90D2-F6515985519D}" srcOrd="0" destOrd="0" presId="urn:microsoft.com/office/officeart/2018/2/layout/IconVerticalSolidList"/>
    <dgm:cxn modelId="{1CB52285-54B8-44EB-AE1D-72D3ADA74E81}" type="presParOf" srcId="{66879A5B-7C66-4323-941C-F1B9C1E0720F}" destId="{B1F1C8E8-3FD6-45DB-BB7D-98A6E2999DC5}" srcOrd="1" destOrd="0" presId="urn:microsoft.com/office/officeart/2018/2/layout/IconVerticalSolidList"/>
    <dgm:cxn modelId="{35C58A00-0256-4CB7-92E7-9E2F10B9B2AE}" type="presParOf" srcId="{66879A5B-7C66-4323-941C-F1B9C1E0720F}" destId="{C0DCF007-E17B-47D3-9770-78A2545DFA80}" srcOrd="2" destOrd="0" presId="urn:microsoft.com/office/officeart/2018/2/layout/IconVerticalSolidList"/>
    <dgm:cxn modelId="{8E5AE447-9777-41F1-90B0-6B662951546A}" type="presParOf" srcId="{66879A5B-7C66-4323-941C-F1B9C1E0720F}" destId="{21E7C120-F130-432A-9D49-83EFE5CB0000}" srcOrd="3" destOrd="0" presId="urn:microsoft.com/office/officeart/2018/2/layout/IconVerticalSolidList"/>
    <dgm:cxn modelId="{FD3825EA-5C62-4B80-92EB-DA79CEBA2BEF}" type="presParOf" srcId="{7AAB2349-47F2-49E7-9F08-F8C2CC2EDCCB}" destId="{CB49E97B-22F5-45B5-8E59-33D5E62FDFC6}" srcOrd="1" destOrd="0" presId="urn:microsoft.com/office/officeart/2018/2/layout/IconVerticalSolidList"/>
    <dgm:cxn modelId="{B9E5B35D-2BB2-44C5-995C-0810060F9450}" type="presParOf" srcId="{7AAB2349-47F2-49E7-9F08-F8C2CC2EDCCB}" destId="{E4778A68-263A-4BC5-A8E4-A343228F4E28}" srcOrd="2" destOrd="0" presId="urn:microsoft.com/office/officeart/2018/2/layout/IconVerticalSolidList"/>
    <dgm:cxn modelId="{E8D1CE62-8863-43F8-988D-CC7C4072494F}" type="presParOf" srcId="{E4778A68-263A-4BC5-A8E4-A343228F4E28}" destId="{DA8BB958-1681-4D18-86BE-EAC79553E516}" srcOrd="0" destOrd="0" presId="urn:microsoft.com/office/officeart/2018/2/layout/IconVerticalSolidList"/>
    <dgm:cxn modelId="{1882C602-951F-4FBA-87E6-BB8CB5B6DF35}" type="presParOf" srcId="{E4778A68-263A-4BC5-A8E4-A343228F4E28}" destId="{4EEF8876-BDCA-43C2-8651-012C8559A292}" srcOrd="1" destOrd="0" presId="urn:microsoft.com/office/officeart/2018/2/layout/IconVerticalSolidList"/>
    <dgm:cxn modelId="{215B8052-0F64-476C-9578-65927FFE9C4E}" type="presParOf" srcId="{E4778A68-263A-4BC5-A8E4-A343228F4E28}" destId="{4787397F-5660-459C-971F-C35F248B28BA}" srcOrd="2" destOrd="0" presId="urn:microsoft.com/office/officeart/2018/2/layout/IconVerticalSolidList"/>
    <dgm:cxn modelId="{50511C71-C933-480F-BC90-FF3C65B5479D}" type="presParOf" srcId="{E4778A68-263A-4BC5-A8E4-A343228F4E28}" destId="{7924843A-25B3-47E8-8BE8-4CD3FDB204B4}" srcOrd="3" destOrd="0" presId="urn:microsoft.com/office/officeart/2018/2/layout/IconVerticalSolidList"/>
    <dgm:cxn modelId="{A24D78EC-E787-42DA-BBF1-74D12E877F0A}" type="presParOf" srcId="{7AAB2349-47F2-49E7-9F08-F8C2CC2EDCCB}" destId="{7097A8F6-D58D-4848-BEB3-11559A483524}" srcOrd="3" destOrd="0" presId="urn:microsoft.com/office/officeart/2018/2/layout/IconVerticalSolidList"/>
    <dgm:cxn modelId="{46D1FDE9-C0CE-4362-9979-54C864C4A5AA}" type="presParOf" srcId="{7AAB2349-47F2-49E7-9F08-F8C2CC2EDCCB}" destId="{32471F19-4BCD-4F51-BFE5-7392EBB95AB3}" srcOrd="4" destOrd="0" presId="urn:microsoft.com/office/officeart/2018/2/layout/IconVerticalSolidList"/>
    <dgm:cxn modelId="{3D7BF88C-1DEE-4948-AB84-D9E39C0E4A31}" type="presParOf" srcId="{32471F19-4BCD-4F51-BFE5-7392EBB95AB3}" destId="{EE096C24-C3B0-486A-AD20-05C7CC9B05E3}" srcOrd="0" destOrd="0" presId="urn:microsoft.com/office/officeart/2018/2/layout/IconVerticalSolidList"/>
    <dgm:cxn modelId="{5FE45CEE-7112-47FA-8177-690BECEB3918}" type="presParOf" srcId="{32471F19-4BCD-4F51-BFE5-7392EBB95AB3}" destId="{A8B75A00-6172-4F2D-8B0D-B5722E6ABD7C}" srcOrd="1" destOrd="0" presId="urn:microsoft.com/office/officeart/2018/2/layout/IconVerticalSolidList"/>
    <dgm:cxn modelId="{24550479-2934-4278-A8C7-63BDAEDFCE6E}" type="presParOf" srcId="{32471F19-4BCD-4F51-BFE5-7392EBB95AB3}" destId="{F56B5271-146A-4B72-A807-0C0F53FA0FB0}" srcOrd="2" destOrd="0" presId="urn:microsoft.com/office/officeart/2018/2/layout/IconVerticalSolidList"/>
    <dgm:cxn modelId="{A28BCA3B-CA92-45AF-B54D-3912AC7E079D}" type="presParOf" srcId="{32471F19-4BCD-4F51-BFE5-7392EBB95AB3}" destId="{D67807B4-120A-40AF-B4B3-E662DEE141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944F75-0A09-4F7D-AD25-F26ECDB7D63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2C43EF-0076-47C4-9DAF-6EB4C373975B}">
      <dgm:prSet/>
      <dgm:spPr/>
      <dgm:t>
        <a:bodyPr/>
        <a:lstStyle/>
        <a:p>
          <a:r>
            <a:rPr lang="en-US"/>
            <a:t>30 features</a:t>
          </a:r>
        </a:p>
      </dgm:t>
    </dgm:pt>
    <dgm:pt modelId="{C67A8160-FCBA-4C22-9130-D617BBDC270E}" type="parTrans" cxnId="{082B3DE8-6374-4DC7-92D4-3E8F9B3A1B04}">
      <dgm:prSet/>
      <dgm:spPr/>
      <dgm:t>
        <a:bodyPr/>
        <a:lstStyle/>
        <a:p>
          <a:endParaRPr lang="en-US"/>
        </a:p>
      </dgm:t>
    </dgm:pt>
    <dgm:pt modelId="{B8A1ABCB-0D1C-4A1D-9ABA-9BA3C1778466}" type="sibTrans" cxnId="{082B3DE8-6374-4DC7-92D4-3E8F9B3A1B04}">
      <dgm:prSet/>
      <dgm:spPr/>
      <dgm:t>
        <a:bodyPr/>
        <a:lstStyle/>
        <a:p>
          <a:endParaRPr lang="en-US"/>
        </a:p>
      </dgm:t>
    </dgm:pt>
    <dgm:pt modelId="{195BC904-6A77-4623-946C-EB3A519550A1}">
      <dgm:prSet/>
      <dgm:spPr/>
      <dgm:t>
        <a:bodyPr/>
        <a:lstStyle/>
        <a:p>
          <a:r>
            <a:rPr lang="en-US"/>
            <a:t>URL-based</a:t>
          </a:r>
        </a:p>
      </dgm:t>
    </dgm:pt>
    <dgm:pt modelId="{1C30C99E-4A91-497D-AD7C-E1107A6BF624}" type="parTrans" cxnId="{F20CBBE6-9AFB-44FA-9D6D-87893ECC3A91}">
      <dgm:prSet/>
      <dgm:spPr/>
      <dgm:t>
        <a:bodyPr/>
        <a:lstStyle/>
        <a:p>
          <a:endParaRPr lang="en-US"/>
        </a:p>
      </dgm:t>
    </dgm:pt>
    <dgm:pt modelId="{8D4E103A-B4C4-4E58-9C61-7E7F31188CD7}" type="sibTrans" cxnId="{F20CBBE6-9AFB-44FA-9D6D-87893ECC3A91}">
      <dgm:prSet/>
      <dgm:spPr/>
      <dgm:t>
        <a:bodyPr/>
        <a:lstStyle/>
        <a:p>
          <a:endParaRPr lang="en-US"/>
        </a:p>
      </dgm:t>
    </dgm:pt>
    <dgm:pt modelId="{123D986E-5A1C-4A81-B8AC-3AB7B544B026}">
      <dgm:prSet/>
      <dgm:spPr/>
      <dgm:t>
        <a:bodyPr/>
        <a:lstStyle/>
        <a:p>
          <a:r>
            <a:rPr lang="en-US"/>
            <a:t>Domain-based</a:t>
          </a:r>
        </a:p>
      </dgm:t>
    </dgm:pt>
    <dgm:pt modelId="{B3B116FE-5DEA-4C75-B60F-FAFFFF5A71B4}" type="parTrans" cxnId="{B3F18959-6E81-4C6A-88EB-53736112E49E}">
      <dgm:prSet/>
      <dgm:spPr/>
      <dgm:t>
        <a:bodyPr/>
        <a:lstStyle/>
        <a:p>
          <a:endParaRPr lang="en-US"/>
        </a:p>
      </dgm:t>
    </dgm:pt>
    <dgm:pt modelId="{2D5CD88E-23CD-4CF0-9977-D1127A17F3C5}" type="sibTrans" cxnId="{B3F18959-6E81-4C6A-88EB-53736112E49E}">
      <dgm:prSet/>
      <dgm:spPr/>
      <dgm:t>
        <a:bodyPr/>
        <a:lstStyle/>
        <a:p>
          <a:endParaRPr lang="en-US"/>
        </a:p>
      </dgm:t>
    </dgm:pt>
    <dgm:pt modelId="{A8B67BC7-D003-4267-A966-5AA783E560B9}">
      <dgm:prSet/>
      <dgm:spPr/>
      <dgm:t>
        <a:bodyPr/>
        <a:lstStyle/>
        <a:p>
          <a:r>
            <a:rPr lang="en-US"/>
            <a:t>Behavior-based</a:t>
          </a:r>
        </a:p>
      </dgm:t>
    </dgm:pt>
    <dgm:pt modelId="{1A4C94E2-0827-4203-9FDA-7A53901BF393}" type="parTrans" cxnId="{4603A347-3470-4209-AA20-A65C158603C3}">
      <dgm:prSet/>
      <dgm:spPr/>
      <dgm:t>
        <a:bodyPr/>
        <a:lstStyle/>
        <a:p>
          <a:endParaRPr lang="en-US"/>
        </a:p>
      </dgm:t>
    </dgm:pt>
    <dgm:pt modelId="{3A64574F-B5C5-40F4-9066-4ACBCBEA45DE}" type="sibTrans" cxnId="{4603A347-3470-4209-AA20-A65C158603C3}">
      <dgm:prSet/>
      <dgm:spPr/>
      <dgm:t>
        <a:bodyPr/>
        <a:lstStyle/>
        <a:p>
          <a:endParaRPr lang="en-US"/>
        </a:p>
      </dgm:t>
    </dgm:pt>
    <dgm:pt modelId="{94823A7D-0EA9-4341-9A47-2693092EBB50}" type="pres">
      <dgm:prSet presAssocID="{BD944F75-0A09-4F7D-AD25-F26ECDB7D638}" presName="linear" presStyleCnt="0">
        <dgm:presLayoutVars>
          <dgm:animLvl val="lvl"/>
          <dgm:resizeHandles val="exact"/>
        </dgm:presLayoutVars>
      </dgm:prSet>
      <dgm:spPr/>
    </dgm:pt>
    <dgm:pt modelId="{7E631ABE-8621-442D-A2D8-FFE564E58337}" type="pres">
      <dgm:prSet presAssocID="{082C43EF-0076-47C4-9DAF-6EB4C37397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7FE756-7DA5-426F-A9D3-4C8FC9552993}" type="pres">
      <dgm:prSet presAssocID="{B8A1ABCB-0D1C-4A1D-9ABA-9BA3C1778466}" presName="spacer" presStyleCnt="0"/>
      <dgm:spPr/>
    </dgm:pt>
    <dgm:pt modelId="{49A7BE9D-FDED-4EFD-8B83-F3E4EBDB1BF6}" type="pres">
      <dgm:prSet presAssocID="{195BC904-6A77-4623-946C-EB3A519550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BD4F22-9634-440D-9BE7-9A472739E2E9}" type="pres">
      <dgm:prSet presAssocID="{8D4E103A-B4C4-4E58-9C61-7E7F31188CD7}" presName="spacer" presStyleCnt="0"/>
      <dgm:spPr/>
    </dgm:pt>
    <dgm:pt modelId="{26F071BD-B841-4CBF-9DCD-DDC21C7BED4E}" type="pres">
      <dgm:prSet presAssocID="{123D986E-5A1C-4A81-B8AC-3AB7B544B0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C86F5-A44F-46C3-B941-E926AF3EE125}" type="pres">
      <dgm:prSet presAssocID="{2D5CD88E-23CD-4CF0-9977-D1127A17F3C5}" presName="spacer" presStyleCnt="0"/>
      <dgm:spPr/>
    </dgm:pt>
    <dgm:pt modelId="{CB411D4A-0AF3-4B77-84CA-10B7B3432563}" type="pres">
      <dgm:prSet presAssocID="{A8B67BC7-D003-4267-A966-5AA783E560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DFBD18-E50D-4073-A922-9B3D39C8E4E0}" type="presOf" srcId="{082C43EF-0076-47C4-9DAF-6EB4C373975B}" destId="{7E631ABE-8621-442D-A2D8-FFE564E58337}" srcOrd="0" destOrd="0" presId="urn:microsoft.com/office/officeart/2005/8/layout/vList2"/>
    <dgm:cxn modelId="{4603A347-3470-4209-AA20-A65C158603C3}" srcId="{BD944F75-0A09-4F7D-AD25-F26ECDB7D638}" destId="{A8B67BC7-D003-4267-A966-5AA783E560B9}" srcOrd="3" destOrd="0" parTransId="{1A4C94E2-0827-4203-9FDA-7A53901BF393}" sibTransId="{3A64574F-B5C5-40F4-9066-4ACBCBEA45DE}"/>
    <dgm:cxn modelId="{9DDCD548-3660-4A33-90A8-A618EAF0D184}" type="presOf" srcId="{BD944F75-0A09-4F7D-AD25-F26ECDB7D638}" destId="{94823A7D-0EA9-4341-9A47-2693092EBB50}" srcOrd="0" destOrd="0" presId="urn:microsoft.com/office/officeart/2005/8/layout/vList2"/>
    <dgm:cxn modelId="{B3F18959-6E81-4C6A-88EB-53736112E49E}" srcId="{BD944F75-0A09-4F7D-AD25-F26ECDB7D638}" destId="{123D986E-5A1C-4A81-B8AC-3AB7B544B026}" srcOrd="2" destOrd="0" parTransId="{B3B116FE-5DEA-4C75-B60F-FAFFFF5A71B4}" sibTransId="{2D5CD88E-23CD-4CF0-9977-D1127A17F3C5}"/>
    <dgm:cxn modelId="{0BC58A8F-75CE-463E-81C0-F722E47C435B}" type="presOf" srcId="{123D986E-5A1C-4A81-B8AC-3AB7B544B026}" destId="{26F071BD-B841-4CBF-9DCD-DDC21C7BED4E}" srcOrd="0" destOrd="0" presId="urn:microsoft.com/office/officeart/2005/8/layout/vList2"/>
    <dgm:cxn modelId="{42610096-9371-47A9-8C6A-AF371C21AEE1}" type="presOf" srcId="{195BC904-6A77-4623-946C-EB3A519550A1}" destId="{49A7BE9D-FDED-4EFD-8B83-F3E4EBDB1BF6}" srcOrd="0" destOrd="0" presId="urn:microsoft.com/office/officeart/2005/8/layout/vList2"/>
    <dgm:cxn modelId="{65B292E5-ACAD-49F9-8B0E-EB3BF5E8DF23}" type="presOf" srcId="{A8B67BC7-D003-4267-A966-5AA783E560B9}" destId="{CB411D4A-0AF3-4B77-84CA-10B7B3432563}" srcOrd="0" destOrd="0" presId="urn:microsoft.com/office/officeart/2005/8/layout/vList2"/>
    <dgm:cxn modelId="{F20CBBE6-9AFB-44FA-9D6D-87893ECC3A91}" srcId="{BD944F75-0A09-4F7D-AD25-F26ECDB7D638}" destId="{195BC904-6A77-4623-946C-EB3A519550A1}" srcOrd="1" destOrd="0" parTransId="{1C30C99E-4A91-497D-AD7C-E1107A6BF624}" sibTransId="{8D4E103A-B4C4-4E58-9C61-7E7F31188CD7}"/>
    <dgm:cxn modelId="{082B3DE8-6374-4DC7-92D4-3E8F9B3A1B04}" srcId="{BD944F75-0A09-4F7D-AD25-F26ECDB7D638}" destId="{082C43EF-0076-47C4-9DAF-6EB4C373975B}" srcOrd="0" destOrd="0" parTransId="{C67A8160-FCBA-4C22-9130-D617BBDC270E}" sibTransId="{B8A1ABCB-0D1C-4A1D-9ABA-9BA3C1778466}"/>
    <dgm:cxn modelId="{DFA01550-EFAB-41C4-8406-9216D21AB29C}" type="presParOf" srcId="{94823A7D-0EA9-4341-9A47-2693092EBB50}" destId="{7E631ABE-8621-442D-A2D8-FFE564E58337}" srcOrd="0" destOrd="0" presId="urn:microsoft.com/office/officeart/2005/8/layout/vList2"/>
    <dgm:cxn modelId="{B95F9514-AF88-455C-9E9A-B20822F5BFA0}" type="presParOf" srcId="{94823A7D-0EA9-4341-9A47-2693092EBB50}" destId="{CB7FE756-7DA5-426F-A9D3-4C8FC9552993}" srcOrd="1" destOrd="0" presId="urn:microsoft.com/office/officeart/2005/8/layout/vList2"/>
    <dgm:cxn modelId="{6BA4582C-D32A-4287-8722-4F4E618BC94F}" type="presParOf" srcId="{94823A7D-0EA9-4341-9A47-2693092EBB50}" destId="{49A7BE9D-FDED-4EFD-8B83-F3E4EBDB1BF6}" srcOrd="2" destOrd="0" presId="urn:microsoft.com/office/officeart/2005/8/layout/vList2"/>
    <dgm:cxn modelId="{07773E55-E021-46D5-BFAE-C816A2C31B88}" type="presParOf" srcId="{94823A7D-0EA9-4341-9A47-2693092EBB50}" destId="{2ABD4F22-9634-440D-9BE7-9A472739E2E9}" srcOrd="3" destOrd="0" presId="urn:microsoft.com/office/officeart/2005/8/layout/vList2"/>
    <dgm:cxn modelId="{536A561C-D25E-4725-BCEA-F13D25204141}" type="presParOf" srcId="{94823A7D-0EA9-4341-9A47-2693092EBB50}" destId="{26F071BD-B841-4CBF-9DCD-DDC21C7BED4E}" srcOrd="4" destOrd="0" presId="urn:microsoft.com/office/officeart/2005/8/layout/vList2"/>
    <dgm:cxn modelId="{1C164F19-30D9-4646-B8FE-E1F9AE2E5B2F}" type="presParOf" srcId="{94823A7D-0EA9-4341-9A47-2693092EBB50}" destId="{03EC86F5-A44F-46C3-B941-E926AF3EE125}" srcOrd="5" destOrd="0" presId="urn:microsoft.com/office/officeart/2005/8/layout/vList2"/>
    <dgm:cxn modelId="{A2790F83-2202-4EFD-A7F6-826BE62D7EBA}" type="presParOf" srcId="{94823A7D-0EA9-4341-9A47-2693092EBB50}" destId="{CB411D4A-0AF3-4B77-84CA-10B7B34325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1B6B55-9968-4EF1-8E7C-C9B677BF2D6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0700457-8403-40E4-9F31-7164B5D33AD7}">
      <dgm:prSet/>
      <dgm:spPr/>
      <dgm:t>
        <a:bodyPr/>
        <a:lstStyle/>
        <a:p>
          <a:r>
            <a:rPr lang="en-US"/>
            <a:t>Accuracy: 98.09%</a:t>
          </a:r>
        </a:p>
      </dgm:t>
    </dgm:pt>
    <dgm:pt modelId="{99C89228-7079-48BA-9F73-41469A24D4AD}" type="parTrans" cxnId="{5C382568-93B2-4007-A34F-114504495E30}">
      <dgm:prSet/>
      <dgm:spPr/>
      <dgm:t>
        <a:bodyPr/>
        <a:lstStyle/>
        <a:p>
          <a:endParaRPr lang="en-US"/>
        </a:p>
      </dgm:t>
    </dgm:pt>
    <dgm:pt modelId="{8C57E4F0-62F2-4313-A777-7912575A8E2A}" type="sibTrans" cxnId="{5C382568-93B2-4007-A34F-114504495E30}">
      <dgm:prSet/>
      <dgm:spPr/>
      <dgm:t>
        <a:bodyPr/>
        <a:lstStyle/>
        <a:p>
          <a:endParaRPr lang="en-US"/>
        </a:p>
      </dgm:t>
    </dgm:pt>
    <dgm:pt modelId="{20DEABF3-F369-4D81-B7DC-716DB631246B}">
      <dgm:prSet/>
      <dgm:spPr/>
      <dgm:t>
        <a:bodyPr/>
        <a:lstStyle/>
        <a:p>
          <a:r>
            <a:rPr lang="en-US"/>
            <a:t>F1-score: 0.983</a:t>
          </a:r>
        </a:p>
      </dgm:t>
    </dgm:pt>
    <dgm:pt modelId="{2E4DA6BC-C4D7-4BE9-A335-6C4B6DBF1FB6}" type="parTrans" cxnId="{07153F09-1CFD-46F4-B79E-37226F8F61D8}">
      <dgm:prSet/>
      <dgm:spPr/>
      <dgm:t>
        <a:bodyPr/>
        <a:lstStyle/>
        <a:p>
          <a:endParaRPr lang="en-US"/>
        </a:p>
      </dgm:t>
    </dgm:pt>
    <dgm:pt modelId="{A1274BBA-AB6C-469C-BC02-F097FDC84381}" type="sibTrans" cxnId="{07153F09-1CFD-46F4-B79E-37226F8F61D8}">
      <dgm:prSet/>
      <dgm:spPr/>
      <dgm:t>
        <a:bodyPr/>
        <a:lstStyle/>
        <a:p>
          <a:endParaRPr lang="en-US"/>
        </a:p>
      </dgm:t>
    </dgm:pt>
    <dgm:pt modelId="{13273087-2CBC-4C44-8A09-1C539508AC0D}">
      <dgm:prSet/>
      <dgm:spPr/>
      <dgm:t>
        <a:bodyPr/>
        <a:lstStyle/>
        <a:p>
          <a:r>
            <a:rPr lang="en-US"/>
            <a:t>ROC-AUC: 0.9985</a:t>
          </a:r>
        </a:p>
      </dgm:t>
    </dgm:pt>
    <dgm:pt modelId="{FBF3BA93-F794-47A6-92FE-1C0417452D66}" type="parTrans" cxnId="{7E8B7800-8DBE-4E59-B2CF-FD4A296BE135}">
      <dgm:prSet/>
      <dgm:spPr/>
      <dgm:t>
        <a:bodyPr/>
        <a:lstStyle/>
        <a:p>
          <a:endParaRPr lang="en-US"/>
        </a:p>
      </dgm:t>
    </dgm:pt>
    <dgm:pt modelId="{A63C95D5-765F-499F-B0ED-E41E019F82BE}" type="sibTrans" cxnId="{7E8B7800-8DBE-4E59-B2CF-FD4A296BE135}">
      <dgm:prSet/>
      <dgm:spPr/>
      <dgm:t>
        <a:bodyPr/>
        <a:lstStyle/>
        <a:p>
          <a:endParaRPr lang="en-US"/>
        </a:p>
      </dgm:t>
    </dgm:pt>
    <dgm:pt modelId="{803CFD9D-CE0B-4BF8-BFF3-CE2BBB014B9F}" type="pres">
      <dgm:prSet presAssocID="{4A1B6B55-9968-4EF1-8E7C-C9B677BF2D63}" presName="vert0" presStyleCnt="0">
        <dgm:presLayoutVars>
          <dgm:dir/>
          <dgm:animOne val="branch"/>
          <dgm:animLvl val="lvl"/>
        </dgm:presLayoutVars>
      </dgm:prSet>
      <dgm:spPr/>
    </dgm:pt>
    <dgm:pt modelId="{550F8C24-C8B5-443B-AB2F-50815050E29F}" type="pres">
      <dgm:prSet presAssocID="{C0700457-8403-40E4-9F31-7164B5D33AD7}" presName="thickLine" presStyleLbl="alignNode1" presStyleIdx="0" presStyleCnt="3"/>
      <dgm:spPr/>
    </dgm:pt>
    <dgm:pt modelId="{7A1F6843-A638-4E31-ACF1-1A53FD223B26}" type="pres">
      <dgm:prSet presAssocID="{C0700457-8403-40E4-9F31-7164B5D33AD7}" presName="horz1" presStyleCnt="0"/>
      <dgm:spPr/>
    </dgm:pt>
    <dgm:pt modelId="{EDF7C9ED-59A3-406D-BD31-6DBB672EEA86}" type="pres">
      <dgm:prSet presAssocID="{C0700457-8403-40E4-9F31-7164B5D33AD7}" presName="tx1" presStyleLbl="revTx" presStyleIdx="0" presStyleCnt="3"/>
      <dgm:spPr/>
    </dgm:pt>
    <dgm:pt modelId="{D6F2C42C-D7CC-453F-8BA6-5AB417188AEB}" type="pres">
      <dgm:prSet presAssocID="{C0700457-8403-40E4-9F31-7164B5D33AD7}" presName="vert1" presStyleCnt="0"/>
      <dgm:spPr/>
    </dgm:pt>
    <dgm:pt modelId="{97E179E4-40EE-4546-8797-F9E266DD6076}" type="pres">
      <dgm:prSet presAssocID="{20DEABF3-F369-4D81-B7DC-716DB631246B}" presName="thickLine" presStyleLbl="alignNode1" presStyleIdx="1" presStyleCnt="3"/>
      <dgm:spPr/>
    </dgm:pt>
    <dgm:pt modelId="{9741B0C0-67CF-4581-92FE-3A5018AC49B3}" type="pres">
      <dgm:prSet presAssocID="{20DEABF3-F369-4D81-B7DC-716DB631246B}" presName="horz1" presStyleCnt="0"/>
      <dgm:spPr/>
    </dgm:pt>
    <dgm:pt modelId="{FABAAFD6-435F-49A6-9667-5DD0405751CE}" type="pres">
      <dgm:prSet presAssocID="{20DEABF3-F369-4D81-B7DC-716DB631246B}" presName="tx1" presStyleLbl="revTx" presStyleIdx="1" presStyleCnt="3"/>
      <dgm:spPr/>
    </dgm:pt>
    <dgm:pt modelId="{BB017D7A-4D59-4CA9-8C71-06B4ECB90784}" type="pres">
      <dgm:prSet presAssocID="{20DEABF3-F369-4D81-B7DC-716DB631246B}" presName="vert1" presStyleCnt="0"/>
      <dgm:spPr/>
    </dgm:pt>
    <dgm:pt modelId="{1CC41B53-721C-43EE-BFEF-4593FD03A2F0}" type="pres">
      <dgm:prSet presAssocID="{13273087-2CBC-4C44-8A09-1C539508AC0D}" presName="thickLine" presStyleLbl="alignNode1" presStyleIdx="2" presStyleCnt="3"/>
      <dgm:spPr/>
    </dgm:pt>
    <dgm:pt modelId="{8AA13C3D-ED1E-4283-ACD7-C4B6B8160491}" type="pres">
      <dgm:prSet presAssocID="{13273087-2CBC-4C44-8A09-1C539508AC0D}" presName="horz1" presStyleCnt="0"/>
      <dgm:spPr/>
    </dgm:pt>
    <dgm:pt modelId="{7FC18F44-2359-426B-8036-B671944E9A13}" type="pres">
      <dgm:prSet presAssocID="{13273087-2CBC-4C44-8A09-1C539508AC0D}" presName="tx1" presStyleLbl="revTx" presStyleIdx="2" presStyleCnt="3"/>
      <dgm:spPr/>
    </dgm:pt>
    <dgm:pt modelId="{47CF2228-0FA1-4212-A334-D07ED17F089F}" type="pres">
      <dgm:prSet presAssocID="{13273087-2CBC-4C44-8A09-1C539508AC0D}" presName="vert1" presStyleCnt="0"/>
      <dgm:spPr/>
    </dgm:pt>
  </dgm:ptLst>
  <dgm:cxnLst>
    <dgm:cxn modelId="{7E8B7800-8DBE-4E59-B2CF-FD4A296BE135}" srcId="{4A1B6B55-9968-4EF1-8E7C-C9B677BF2D63}" destId="{13273087-2CBC-4C44-8A09-1C539508AC0D}" srcOrd="2" destOrd="0" parTransId="{FBF3BA93-F794-47A6-92FE-1C0417452D66}" sibTransId="{A63C95D5-765F-499F-B0ED-E41E019F82BE}"/>
    <dgm:cxn modelId="{07153F09-1CFD-46F4-B79E-37226F8F61D8}" srcId="{4A1B6B55-9968-4EF1-8E7C-C9B677BF2D63}" destId="{20DEABF3-F369-4D81-B7DC-716DB631246B}" srcOrd="1" destOrd="0" parTransId="{2E4DA6BC-C4D7-4BE9-A335-6C4B6DBF1FB6}" sibTransId="{A1274BBA-AB6C-469C-BC02-F097FDC84381}"/>
    <dgm:cxn modelId="{CEC9520F-71CE-4F76-8597-509779F8273F}" type="presOf" srcId="{4A1B6B55-9968-4EF1-8E7C-C9B677BF2D63}" destId="{803CFD9D-CE0B-4BF8-BFF3-CE2BBB014B9F}" srcOrd="0" destOrd="0" presId="urn:microsoft.com/office/officeart/2008/layout/LinedList"/>
    <dgm:cxn modelId="{5C382568-93B2-4007-A34F-114504495E30}" srcId="{4A1B6B55-9968-4EF1-8E7C-C9B677BF2D63}" destId="{C0700457-8403-40E4-9F31-7164B5D33AD7}" srcOrd="0" destOrd="0" parTransId="{99C89228-7079-48BA-9F73-41469A24D4AD}" sibTransId="{8C57E4F0-62F2-4313-A777-7912575A8E2A}"/>
    <dgm:cxn modelId="{EBF94F74-CF1A-4EC9-8B11-87D8A16D1E3B}" type="presOf" srcId="{20DEABF3-F369-4D81-B7DC-716DB631246B}" destId="{FABAAFD6-435F-49A6-9667-5DD0405751CE}" srcOrd="0" destOrd="0" presId="urn:microsoft.com/office/officeart/2008/layout/LinedList"/>
    <dgm:cxn modelId="{6047AF87-50B2-4273-836E-C515CA73FC2E}" type="presOf" srcId="{13273087-2CBC-4C44-8A09-1C539508AC0D}" destId="{7FC18F44-2359-426B-8036-B671944E9A13}" srcOrd="0" destOrd="0" presId="urn:microsoft.com/office/officeart/2008/layout/LinedList"/>
    <dgm:cxn modelId="{32003BA1-D7DB-4695-8CDF-70288F369668}" type="presOf" srcId="{C0700457-8403-40E4-9F31-7164B5D33AD7}" destId="{EDF7C9ED-59A3-406D-BD31-6DBB672EEA86}" srcOrd="0" destOrd="0" presId="urn:microsoft.com/office/officeart/2008/layout/LinedList"/>
    <dgm:cxn modelId="{3931E70A-756B-4E53-8EE0-E3CAA1982A0F}" type="presParOf" srcId="{803CFD9D-CE0B-4BF8-BFF3-CE2BBB014B9F}" destId="{550F8C24-C8B5-443B-AB2F-50815050E29F}" srcOrd="0" destOrd="0" presId="urn:microsoft.com/office/officeart/2008/layout/LinedList"/>
    <dgm:cxn modelId="{FFE7899C-4A08-4087-A3E6-5C21A53FDAC6}" type="presParOf" srcId="{803CFD9D-CE0B-4BF8-BFF3-CE2BBB014B9F}" destId="{7A1F6843-A638-4E31-ACF1-1A53FD223B26}" srcOrd="1" destOrd="0" presId="urn:microsoft.com/office/officeart/2008/layout/LinedList"/>
    <dgm:cxn modelId="{F1906E25-5CB2-480D-A3FD-DE88073F51B6}" type="presParOf" srcId="{7A1F6843-A638-4E31-ACF1-1A53FD223B26}" destId="{EDF7C9ED-59A3-406D-BD31-6DBB672EEA86}" srcOrd="0" destOrd="0" presId="urn:microsoft.com/office/officeart/2008/layout/LinedList"/>
    <dgm:cxn modelId="{F2E64094-6150-4D5F-A35D-7D14A27FF581}" type="presParOf" srcId="{7A1F6843-A638-4E31-ACF1-1A53FD223B26}" destId="{D6F2C42C-D7CC-453F-8BA6-5AB417188AEB}" srcOrd="1" destOrd="0" presId="urn:microsoft.com/office/officeart/2008/layout/LinedList"/>
    <dgm:cxn modelId="{6A3F4D55-BB69-4FE0-9436-C9F5B8CB5829}" type="presParOf" srcId="{803CFD9D-CE0B-4BF8-BFF3-CE2BBB014B9F}" destId="{97E179E4-40EE-4546-8797-F9E266DD6076}" srcOrd="2" destOrd="0" presId="urn:microsoft.com/office/officeart/2008/layout/LinedList"/>
    <dgm:cxn modelId="{8AC60543-6DDA-45A3-904F-065B60339E53}" type="presParOf" srcId="{803CFD9D-CE0B-4BF8-BFF3-CE2BBB014B9F}" destId="{9741B0C0-67CF-4581-92FE-3A5018AC49B3}" srcOrd="3" destOrd="0" presId="urn:microsoft.com/office/officeart/2008/layout/LinedList"/>
    <dgm:cxn modelId="{09A2471B-0ACB-453D-8E96-007CE1654196}" type="presParOf" srcId="{9741B0C0-67CF-4581-92FE-3A5018AC49B3}" destId="{FABAAFD6-435F-49A6-9667-5DD0405751CE}" srcOrd="0" destOrd="0" presId="urn:microsoft.com/office/officeart/2008/layout/LinedList"/>
    <dgm:cxn modelId="{7FE9F9D7-BD9D-4E45-945C-61039418565C}" type="presParOf" srcId="{9741B0C0-67CF-4581-92FE-3A5018AC49B3}" destId="{BB017D7A-4D59-4CA9-8C71-06B4ECB90784}" srcOrd="1" destOrd="0" presId="urn:microsoft.com/office/officeart/2008/layout/LinedList"/>
    <dgm:cxn modelId="{B4E4D7DA-8FEA-4665-B858-4EA3D8ABED15}" type="presParOf" srcId="{803CFD9D-CE0B-4BF8-BFF3-CE2BBB014B9F}" destId="{1CC41B53-721C-43EE-BFEF-4593FD03A2F0}" srcOrd="4" destOrd="0" presId="urn:microsoft.com/office/officeart/2008/layout/LinedList"/>
    <dgm:cxn modelId="{059379E8-263E-40A6-AB76-E575CF945577}" type="presParOf" srcId="{803CFD9D-CE0B-4BF8-BFF3-CE2BBB014B9F}" destId="{8AA13C3D-ED1E-4283-ACD7-C4B6B8160491}" srcOrd="5" destOrd="0" presId="urn:microsoft.com/office/officeart/2008/layout/LinedList"/>
    <dgm:cxn modelId="{2F169755-ACAD-40DD-9AAE-074173578757}" type="presParOf" srcId="{8AA13C3D-ED1E-4283-ACD7-C4B6B8160491}" destId="{7FC18F44-2359-426B-8036-B671944E9A13}" srcOrd="0" destOrd="0" presId="urn:microsoft.com/office/officeart/2008/layout/LinedList"/>
    <dgm:cxn modelId="{5434186D-3E52-42C1-8707-DDFAEA67E684}" type="presParOf" srcId="{8AA13C3D-ED1E-4283-ACD7-C4B6B8160491}" destId="{47CF2228-0FA1-4212-A334-D07ED17F08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4FAB2E-33E8-49BF-BC72-7A084D868B2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A5D2343-F452-4CCB-85F3-FD0FA72AD6FA}">
      <dgm:prSet/>
      <dgm:spPr/>
      <dgm:t>
        <a:bodyPr/>
        <a:lstStyle/>
        <a:p>
          <a:r>
            <a:rPr lang="en-US"/>
            <a:t>Accuracy: 89.04%</a:t>
          </a:r>
        </a:p>
      </dgm:t>
    </dgm:pt>
    <dgm:pt modelId="{34E4322E-3529-46A4-BE50-0B32F95F8F1A}" type="parTrans" cxnId="{DD4B337B-3857-45B8-B1BD-7A543DDC253C}">
      <dgm:prSet/>
      <dgm:spPr/>
      <dgm:t>
        <a:bodyPr/>
        <a:lstStyle/>
        <a:p>
          <a:endParaRPr lang="en-US"/>
        </a:p>
      </dgm:t>
    </dgm:pt>
    <dgm:pt modelId="{AC9885F8-1DEE-435F-B030-8C4D81009376}" type="sibTrans" cxnId="{DD4B337B-3857-45B8-B1BD-7A543DDC253C}">
      <dgm:prSet/>
      <dgm:spPr/>
      <dgm:t>
        <a:bodyPr/>
        <a:lstStyle/>
        <a:p>
          <a:endParaRPr lang="en-US"/>
        </a:p>
      </dgm:t>
    </dgm:pt>
    <dgm:pt modelId="{3C9C81AB-C5BE-437B-A483-90893878FFB1}">
      <dgm:prSet/>
      <dgm:spPr/>
      <dgm:t>
        <a:bodyPr/>
        <a:lstStyle/>
        <a:p>
          <a:r>
            <a:rPr lang="en-US"/>
            <a:t>F1-score: 0.8956</a:t>
          </a:r>
        </a:p>
      </dgm:t>
    </dgm:pt>
    <dgm:pt modelId="{D843837E-BC0E-4058-B2D0-8BA0F4F3DD87}" type="parTrans" cxnId="{3DD437DC-DB14-46C9-8441-1D51C934271F}">
      <dgm:prSet/>
      <dgm:spPr/>
      <dgm:t>
        <a:bodyPr/>
        <a:lstStyle/>
        <a:p>
          <a:endParaRPr lang="en-US"/>
        </a:p>
      </dgm:t>
    </dgm:pt>
    <dgm:pt modelId="{6441B2B3-D676-4F04-8CAE-89D43058394F}" type="sibTrans" cxnId="{3DD437DC-DB14-46C9-8441-1D51C934271F}">
      <dgm:prSet/>
      <dgm:spPr/>
      <dgm:t>
        <a:bodyPr/>
        <a:lstStyle/>
        <a:p>
          <a:endParaRPr lang="en-US"/>
        </a:p>
      </dgm:t>
    </dgm:pt>
    <dgm:pt modelId="{3E865163-A809-4AB5-B856-196DA1039EEF}">
      <dgm:prSet/>
      <dgm:spPr/>
      <dgm:t>
        <a:bodyPr/>
        <a:lstStyle/>
        <a:p>
          <a:r>
            <a:rPr lang="en-US"/>
            <a:t>ROC-AUC: 0.9567</a:t>
          </a:r>
        </a:p>
      </dgm:t>
    </dgm:pt>
    <dgm:pt modelId="{4F09439A-9219-4CA0-BCFD-8030AAEE74AC}" type="parTrans" cxnId="{9BDC68B6-9539-4E52-A78C-CCEF9E08EDED}">
      <dgm:prSet/>
      <dgm:spPr/>
      <dgm:t>
        <a:bodyPr/>
        <a:lstStyle/>
        <a:p>
          <a:endParaRPr lang="en-US"/>
        </a:p>
      </dgm:t>
    </dgm:pt>
    <dgm:pt modelId="{21C9E4F6-5523-4A75-863C-73C281D79087}" type="sibTrans" cxnId="{9BDC68B6-9539-4E52-A78C-CCEF9E08EDED}">
      <dgm:prSet/>
      <dgm:spPr/>
      <dgm:t>
        <a:bodyPr/>
        <a:lstStyle/>
        <a:p>
          <a:endParaRPr lang="en-US"/>
        </a:p>
      </dgm:t>
    </dgm:pt>
    <dgm:pt modelId="{14145C52-85FC-4E1A-8BA9-6D093DF4F3CC}" type="pres">
      <dgm:prSet presAssocID="{794FAB2E-33E8-49BF-BC72-7A084D868B2D}" presName="diagram" presStyleCnt="0">
        <dgm:presLayoutVars>
          <dgm:dir/>
          <dgm:resizeHandles val="exact"/>
        </dgm:presLayoutVars>
      </dgm:prSet>
      <dgm:spPr/>
    </dgm:pt>
    <dgm:pt modelId="{158E23C1-AC6B-4B86-9D2A-433CBD62FBC6}" type="pres">
      <dgm:prSet presAssocID="{1A5D2343-F452-4CCB-85F3-FD0FA72AD6FA}" presName="node" presStyleLbl="node1" presStyleIdx="0" presStyleCnt="3">
        <dgm:presLayoutVars>
          <dgm:bulletEnabled val="1"/>
        </dgm:presLayoutVars>
      </dgm:prSet>
      <dgm:spPr/>
    </dgm:pt>
    <dgm:pt modelId="{C7839C9C-40CE-40F1-923E-A141C3AC8E1B}" type="pres">
      <dgm:prSet presAssocID="{AC9885F8-1DEE-435F-B030-8C4D81009376}" presName="sibTrans" presStyleCnt="0"/>
      <dgm:spPr/>
    </dgm:pt>
    <dgm:pt modelId="{76DC6F56-F972-4D85-90F0-C4AADDE650F5}" type="pres">
      <dgm:prSet presAssocID="{3C9C81AB-C5BE-437B-A483-90893878FFB1}" presName="node" presStyleLbl="node1" presStyleIdx="1" presStyleCnt="3">
        <dgm:presLayoutVars>
          <dgm:bulletEnabled val="1"/>
        </dgm:presLayoutVars>
      </dgm:prSet>
      <dgm:spPr/>
    </dgm:pt>
    <dgm:pt modelId="{5750DBFD-3CBA-4C13-9873-A97C72CC58BC}" type="pres">
      <dgm:prSet presAssocID="{6441B2B3-D676-4F04-8CAE-89D43058394F}" presName="sibTrans" presStyleCnt="0"/>
      <dgm:spPr/>
    </dgm:pt>
    <dgm:pt modelId="{18B4FEF3-3B0B-4942-A2EA-97DD49041A05}" type="pres">
      <dgm:prSet presAssocID="{3E865163-A809-4AB5-B856-196DA1039EEF}" presName="node" presStyleLbl="node1" presStyleIdx="2" presStyleCnt="3">
        <dgm:presLayoutVars>
          <dgm:bulletEnabled val="1"/>
        </dgm:presLayoutVars>
      </dgm:prSet>
      <dgm:spPr/>
    </dgm:pt>
  </dgm:ptLst>
  <dgm:cxnLst>
    <dgm:cxn modelId="{4581B102-761B-4B10-8B08-23C49EBF89BD}" type="presOf" srcId="{3E865163-A809-4AB5-B856-196DA1039EEF}" destId="{18B4FEF3-3B0B-4942-A2EA-97DD49041A05}" srcOrd="0" destOrd="0" presId="urn:microsoft.com/office/officeart/2005/8/layout/default"/>
    <dgm:cxn modelId="{DD4B337B-3857-45B8-B1BD-7A543DDC253C}" srcId="{794FAB2E-33E8-49BF-BC72-7A084D868B2D}" destId="{1A5D2343-F452-4CCB-85F3-FD0FA72AD6FA}" srcOrd="0" destOrd="0" parTransId="{34E4322E-3529-46A4-BE50-0B32F95F8F1A}" sibTransId="{AC9885F8-1DEE-435F-B030-8C4D81009376}"/>
    <dgm:cxn modelId="{1A35AF99-DF13-4B86-9291-A89DE6270B80}" type="presOf" srcId="{1A5D2343-F452-4CCB-85F3-FD0FA72AD6FA}" destId="{158E23C1-AC6B-4B86-9D2A-433CBD62FBC6}" srcOrd="0" destOrd="0" presId="urn:microsoft.com/office/officeart/2005/8/layout/default"/>
    <dgm:cxn modelId="{BB9065AF-8FCD-4417-BC09-6ECB5B910F51}" type="presOf" srcId="{794FAB2E-33E8-49BF-BC72-7A084D868B2D}" destId="{14145C52-85FC-4E1A-8BA9-6D093DF4F3CC}" srcOrd="0" destOrd="0" presId="urn:microsoft.com/office/officeart/2005/8/layout/default"/>
    <dgm:cxn modelId="{69EFA6B1-DF35-4810-8506-24922713AC4A}" type="presOf" srcId="{3C9C81AB-C5BE-437B-A483-90893878FFB1}" destId="{76DC6F56-F972-4D85-90F0-C4AADDE650F5}" srcOrd="0" destOrd="0" presId="urn:microsoft.com/office/officeart/2005/8/layout/default"/>
    <dgm:cxn modelId="{9BDC68B6-9539-4E52-A78C-CCEF9E08EDED}" srcId="{794FAB2E-33E8-49BF-BC72-7A084D868B2D}" destId="{3E865163-A809-4AB5-B856-196DA1039EEF}" srcOrd="2" destOrd="0" parTransId="{4F09439A-9219-4CA0-BCFD-8030AAEE74AC}" sibTransId="{21C9E4F6-5523-4A75-863C-73C281D79087}"/>
    <dgm:cxn modelId="{3DD437DC-DB14-46C9-8441-1D51C934271F}" srcId="{794FAB2E-33E8-49BF-BC72-7A084D868B2D}" destId="{3C9C81AB-C5BE-437B-A483-90893878FFB1}" srcOrd="1" destOrd="0" parTransId="{D843837E-BC0E-4058-B2D0-8BA0F4F3DD87}" sibTransId="{6441B2B3-D676-4F04-8CAE-89D43058394F}"/>
    <dgm:cxn modelId="{C558DB66-9D43-4BC5-916E-0A6B98483F0F}" type="presParOf" srcId="{14145C52-85FC-4E1A-8BA9-6D093DF4F3CC}" destId="{158E23C1-AC6B-4B86-9D2A-433CBD62FBC6}" srcOrd="0" destOrd="0" presId="urn:microsoft.com/office/officeart/2005/8/layout/default"/>
    <dgm:cxn modelId="{F4DC3016-C7BE-416A-8851-C85DAE4B4D62}" type="presParOf" srcId="{14145C52-85FC-4E1A-8BA9-6D093DF4F3CC}" destId="{C7839C9C-40CE-40F1-923E-A141C3AC8E1B}" srcOrd="1" destOrd="0" presId="urn:microsoft.com/office/officeart/2005/8/layout/default"/>
    <dgm:cxn modelId="{844247C4-F9C5-4D47-9AA1-4DABA4B6AFC8}" type="presParOf" srcId="{14145C52-85FC-4E1A-8BA9-6D093DF4F3CC}" destId="{76DC6F56-F972-4D85-90F0-C4AADDE650F5}" srcOrd="2" destOrd="0" presId="urn:microsoft.com/office/officeart/2005/8/layout/default"/>
    <dgm:cxn modelId="{46F58C40-6E0E-4DCF-8065-E40CDEA1D36D}" type="presParOf" srcId="{14145C52-85FC-4E1A-8BA9-6D093DF4F3CC}" destId="{5750DBFD-3CBA-4C13-9873-A97C72CC58BC}" srcOrd="3" destOrd="0" presId="urn:microsoft.com/office/officeart/2005/8/layout/default"/>
    <dgm:cxn modelId="{1E55DB71-A5F6-41CA-B782-73AA91245318}" type="presParOf" srcId="{14145C52-85FC-4E1A-8BA9-6D093DF4F3CC}" destId="{18B4FEF3-3B0B-4942-A2EA-97DD49041A0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A37498C-182E-48A5-8302-CD629D7621B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01B2B7-14D6-440B-A4E0-DEB78EF9C754}">
      <dgm:prSet/>
      <dgm:spPr/>
      <dgm:t>
        <a:bodyPr/>
        <a:lstStyle/>
        <a:p>
          <a:r>
            <a:rPr lang="en-US"/>
            <a:t>High accuracy</a:t>
          </a:r>
        </a:p>
      </dgm:t>
    </dgm:pt>
    <dgm:pt modelId="{D27017FE-0456-4478-A771-99C6AB495CFC}" type="parTrans" cxnId="{F5F56B85-5E41-475F-881B-ABECC231B403}">
      <dgm:prSet/>
      <dgm:spPr/>
      <dgm:t>
        <a:bodyPr/>
        <a:lstStyle/>
        <a:p>
          <a:endParaRPr lang="en-US"/>
        </a:p>
      </dgm:t>
    </dgm:pt>
    <dgm:pt modelId="{CC2C5791-9387-4221-AECB-6BE8337B3CB5}" type="sibTrans" cxnId="{F5F56B85-5E41-475F-881B-ABECC231B403}">
      <dgm:prSet/>
      <dgm:spPr/>
      <dgm:t>
        <a:bodyPr/>
        <a:lstStyle/>
        <a:p>
          <a:endParaRPr lang="en-US"/>
        </a:p>
      </dgm:t>
    </dgm:pt>
    <dgm:pt modelId="{ECE3FD4E-379B-46E4-83F5-77C4D4C6ECAC}">
      <dgm:prSet/>
      <dgm:spPr/>
      <dgm:t>
        <a:bodyPr/>
        <a:lstStyle/>
        <a:p>
          <a:r>
            <a:rPr lang="en-US"/>
            <a:t>Handles uncertainty</a:t>
          </a:r>
        </a:p>
      </dgm:t>
    </dgm:pt>
    <dgm:pt modelId="{7E979A24-B352-427A-ADB7-9821A7F8B5AC}" type="parTrans" cxnId="{666205CC-4874-4060-94C2-D4726431D0CB}">
      <dgm:prSet/>
      <dgm:spPr/>
      <dgm:t>
        <a:bodyPr/>
        <a:lstStyle/>
        <a:p>
          <a:endParaRPr lang="en-US"/>
        </a:p>
      </dgm:t>
    </dgm:pt>
    <dgm:pt modelId="{82AC8ABC-B640-456A-87D3-8F191A12365B}" type="sibTrans" cxnId="{666205CC-4874-4060-94C2-D4726431D0CB}">
      <dgm:prSet/>
      <dgm:spPr/>
      <dgm:t>
        <a:bodyPr/>
        <a:lstStyle/>
        <a:p>
          <a:endParaRPr lang="en-US"/>
        </a:p>
      </dgm:t>
    </dgm:pt>
    <dgm:pt modelId="{30A9B7C3-7572-4780-ADE7-23CB364C8DB0}">
      <dgm:prSet/>
      <dgm:spPr/>
      <dgm:t>
        <a:bodyPr/>
        <a:lstStyle/>
        <a:p>
          <a:r>
            <a:rPr lang="en-US"/>
            <a:t>Works on unseen data</a:t>
          </a:r>
        </a:p>
      </dgm:t>
    </dgm:pt>
    <dgm:pt modelId="{1A62632B-BDFE-413E-97DD-7D68646476A0}" type="parTrans" cxnId="{BB2921CA-75BD-4A63-A9D9-B2F5E1844B05}">
      <dgm:prSet/>
      <dgm:spPr/>
      <dgm:t>
        <a:bodyPr/>
        <a:lstStyle/>
        <a:p>
          <a:endParaRPr lang="en-US"/>
        </a:p>
      </dgm:t>
    </dgm:pt>
    <dgm:pt modelId="{B32D7BD0-382A-428F-908F-60EFA32B62A9}" type="sibTrans" cxnId="{BB2921CA-75BD-4A63-A9D9-B2F5E1844B05}">
      <dgm:prSet/>
      <dgm:spPr/>
      <dgm:t>
        <a:bodyPr/>
        <a:lstStyle/>
        <a:p>
          <a:endParaRPr lang="en-US"/>
        </a:p>
      </dgm:t>
    </dgm:pt>
    <dgm:pt modelId="{C81B983E-6A8F-4C70-B68F-6C459C8552FF}" type="pres">
      <dgm:prSet presAssocID="{5A37498C-182E-48A5-8302-CD629D7621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CF8800-459A-49D5-B865-34536D2889E3}" type="pres">
      <dgm:prSet presAssocID="{5D01B2B7-14D6-440B-A4E0-DEB78EF9C754}" presName="hierRoot1" presStyleCnt="0"/>
      <dgm:spPr/>
    </dgm:pt>
    <dgm:pt modelId="{CB158562-96CC-45CC-BA52-7EC92D4F8030}" type="pres">
      <dgm:prSet presAssocID="{5D01B2B7-14D6-440B-A4E0-DEB78EF9C754}" presName="composite" presStyleCnt="0"/>
      <dgm:spPr/>
    </dgm:pt>
    <dgm:pt modelId="{BA2EC8EC-6AD7-4AB2-9A6A-912C575C49FB}" type="pres">
      <dgm:prSet presAssocID="{5D01B2B7-14D6-440B-A4E0-DEB78EF9C754}" presName="background" presStyleLbl="node0" presStyleIdx="0" presStyleCnt="3"/>
      <dgm:spPr/>
    </dgm:pt>
    <dgm:pt modelId="{1BC05B5A-E48C-409F-9E82-3DDA04FC3377}" type="pres">
      <dgm:prSet presAssocID="{5D01B2B7-14D6-440B-A4E0-DEB78EF9C754}" presName="text" presStyleLbl="fgAcc0" presStyleIdx="0" presStyleCnt="3">
        <dgm:presLayoutVars>
          <dgm:chPref val="3"/>
        </dgm:presLayoutVars>
      </dgm:prSet>
      <dgm:spPr/>
    </dgm:pt>
    <dgm:pt modelId="{FE5FAD55-B6F6-4649-975B-C9226621C931}" type="pres">
      <dgm:prSet presAssocID="{5D01B2B7-14D6-440B-A4E0-DEB78EF9C754}" presName="hierChild2" presStyleCnt="0"/>
      <dgm:spPr/>
    </dgm:pt>
    <dgm:pt modelId="{6C54F45D-D374-4049-85DA-472D7AA3D9F1}" type="pres">
      <dgm:prSet presAssocID="{ECE3FD4E-379B-46E4-83F5-77C4D4C6ECAC}" presName="hierRoot1" presStyleCnt="0"/>
      <dgm:spPr/>
    </dgm:pt>
    <dgm:pt modelId="{97300DC4-6EDD-4276-9B3C-AEEEF018809A}" type="pres">
      <dgm:prSet presAssocID="{ECE3FD4E-379B-46E4-83F5-77C4D4C6ECAC}" presName="composite" presStyleCnt="0"/>
      <dgm:spPr/>
    </dgm:pt>
    <dgm:pt modelId="{2B5119FB-EFF3-4883-A82A-D179AE9BEAD9}" type="pres">
      <dgm:prSet presAssocID="{ECE3FD4E-379B-46E4-83F5-77C4D4C6ECAC}" presName="background" presStyleLbl="node0" presStyleIdx="1" presStyleCnt="3"/>
      <dgm:spPr/>
    </dgm:pt>
    <dgm:pt modelId="{8685EF3F-C3E4-4960-8547-25E56163DB79}" type="pres">
      <dgm:prSet presAssocID="{ECE3FD4E-379B-46E4-83F5-77C4D4C6ECAC}" presName="text" presStyleLbl="fgAcc0" presStyleIdx="1" presStyleCnt="3">
        <dgm:presLayoutVars>
          <dgm:chPref val="3"/>
        </dgm:presLayoutVars>
      </dgm:prSet>
      <dgm:spPr/>
    </dgm:pt>
    <dgm:pt modelId="{0F2D558C-8A93-4471-A42D-357FB72C0DD8}" type="pres">
      <dgm:prSet presAssocID="{ECE3FD4E-379B-46E4-83F5-77C4D4C6ECAC}" presName="hierChild2" presStyleCnt="0"/>
      <dgm:spPr/>
    </dgm:pt>
    <dgm:pt modelId="{7D05031C-4E66-499B-9FC5-C4366817789A}" type="pres">
      <dgm:prSet presAssocID="{30A9B7C3-7572-4780-ADE7-23CB364C8DB0}" presName="hierRoot1" presStyleCnt="0"/>
      <dgm:spPr/>
    </dgm:pt>
    <dgm:pt modelId="{825D94E3-396B-4DEB-AA23-BD14EEC58756}" type="pres">
      <dgm:prSet presAssocID="{30A9B7C3-7572-4780-ADE7-23CB364C8DB0}" presName="composite" presStyleCnt="0"/>
      <dgm:spPr/>
    </dgm:pt>
    <dgm:pt modelId="{44F09DAB-B534-4D04-B82A-652F7BEF554D}" type="pres">
      <dgm:prSet presAssocID="{30A9B7C3-7572-4780-ADE7-23CB364C8DB0}" presName="background" presStyleLbl="node0" presStyleIdx="2" presStyleCnt="3"/>
      <dgm:spPr/>
    </dgm:pt>
    <dgm:pt modelId="{5C1931D1-BC39-4A60-B5AF-13558EBD97B6}" type="pres">
      <dgm:prSet presAssocID="{30A9B7C3-7572-4780-ADE7-23CB364C8DB0}" presName="text" presStyleLbl="fgAcc0" presStyleIdx="2" presStyleCnt="3">
        <dgm:presLayoutVars>
          <dgm:chPref val="3"/>
        </dgm:presLayoutVars>
      </dgm:prSet>
      <dgm:spPr/>
    </dgm:pt>
    <dgm:pt modelId="{A72AFF2C-F82C-404D-A9AB-203DB1AFA8EF}" type="pres">
      <dgm:prSet presAssocID="{30A9B7C3-7572-4780-ADE7-23CB364C8DB0}" presName="hierChild2" presStyleCnt="0"/>
      <dgm:spPr/>
    </dgm:pt>
  </dgm:ptLst>
  <dgm:cxnLst>
    <dgm:cxn modelId="{1A6C2906-0976-40EF-BD09-D55D32126F52}" type="presOf" srcId="{ECE3FD4E-379B-46E4-83F5-77C4D4C6ECAC}" destId="{8685EF3F-C3E4-4960-8547-25E56163DB79}" srcOrd="0" destOrd="0" presId="urn:microsoft.com/office/officeart/2005/8/layout/hierarchy1"/>
    <dgm:cxn modelId="{FD432607-D93C-4B2C-AD0D-E45AA1D52C41}" type="presOf" srcId="{5D01B2B7-14D6-440B-A4E0-DEB78EF9C754}" destId="{1BC05B5A-E48C-409F-9E82-3DDA04FC3377}" srcOrd="0" destOrd="0" presId="urn:microsoft.com/office/officeart/2005/8/layout/hierarchy1"/>
    <dgm:cxn modelId="{8D024960-62EE-4044-AF84-53B24B9B6010}" type="presOf" srcId="{5A37498C-182E-48A5-8302-CD629D7621B9}" destId="{C81B983E-6A8F-4C70-B68F-6C459C8552FF}" srcOrd="0" destOrd="0" presId="urn:microsoft.com/office/officeart/2005/8/layout/hierarchy1"/>
    <dgm:cxn modelId="{F5F56B85-5E41-475F-881B-ABECC231B403}" srcId="{5A37498C-182E-48A5-8302-CD629D7621B9}" destId="{5D01B2B7-14D6-440B-A4E0-DEB78EF9C754}" srcOrd="0" destOrd="0" parTransId="{D27017FE-0456-4478-A771-99C6AB495CFC}" sibTransId="{CC2C5791-9387-4221-AECB-6BE8337B3CB5}"/>
    <dgm:cxn modelId="{246FBF8D-BADE-4BC2-A0E6-9D59348A6588}" type="presOf" srcId="{30A9B7C3-7572-4780-ADE7-23CB364C8DB0}" destId="{5C1931D1-BC39-4A60-B5AF-13558EBD97B6}" srcOrd="0" destOrd="0" presId="urn:microsoft.com/office/officeart/2005/8/layout/hierarchy1"/>
    <dgm:cxn modelId="{BB2921CA-75BD-4A63-A9D9-B2F5E1844B05}" srcId="{5A37498C-182E-48A5-8302-CD629D7621B9}" destId="{30A9B7C3-7572-4780-ADE7-23CB364C8DB0}" srcOrd="2" destOrd="0" parTransId="{1A62632B-BDFE-413E-97DD-7D68646476A0}" sibTransId="{B32D7BD0-382A-428F-908F-60EFA32B62A9}"/>
    <dgm:cxn modelId="{666205CC-4874-4060-94C2-D4726431D0CB}" srcId="{5A37498C-182E-48A5-8302-CD629D7621B9}" destId="{ECE3FD4E-379B-46E4-83F5-77C4D4C6ECAC}" srcOrd="1" destOrd="0" parTransId="{7E979A24-B352-427A-ADB7-9821A7F8B5AC}" sibTransId="{82AC8ABC-B640-456A-87D3-8F191A12365B}"/>
    <dgm:cxn modelId="{812E17FA-6EDC-45A9-87A1-CDDA485495D8}" type="presParOf" srcId="{C81B983E-6A8F-4C70-B68F-6C459C8552FF}" destId="{A5CF8800-459A-49D5-B865-34536D2889E3}" srcOrd="0" destOrd="0" presId="urn:microsoft.com/office/officeart/2005/8/layout/hierarchy1"/>
    <dgm:cxn modelId="{DF1F00AD-9963-4697-BE5C-D021CAE06168}" type="presParOf" srcId="{A5CF8800-459A-49D5-B865-34536D2889E3}" destId="{CB158562-96CC-45CC-BA52-7EC92D4F8030}" srcOrd="0" destOrd="0" presId="urn:microsoft.com/office/officeart/2005/8/layout/hierarchy1"/>
    <dgm:cxn modelId="{DF96CA1B-3E06-41DD-9356-88015BC71895}" type="presParOf" srcId="{CB158562-96CC-45CC-BA52-7EC92D4F8030}" destId="{BA2EC8EC-6AD7-4AB2-9A6A-912C575C49FB}" srcOrd="0" destOrd="0" presId="urn:microsoft.com/office/officeart/2005/8/layout/hierarchy1"/>
    <dgm:cxn modelId="{25EBBF2D-E3EF-4F17-AFED-8A56AB8A4526}" type="presParOf" srcId="{CB158562-96CC-45CC-BA52-7EC92D4F8030}" destId="{1BC05B5A-E48C-409F-9E82-3DDA04FC3377}" srcOrd="1" destOrd="0" presId="urn:microsoft.com/office/officeart/2005/8/layout/hierarchy1"/>
    <dgm:cxn modelId="{4B91D1CE-60F0-41C5-8045-1C1ACB958723}" type="presParOf" srcId="{A5CF8800-459A-49D5-B865-34536D2889E3}" destId="{FE5FAD55-B6F6-4649-975B-C9226621C931}" srcOrd="1" destOrd="0" presId="urn:microsoft.com/office/officeart/2005/8/layout/hierarchy1"/>
    <dgm:cxn modelId="{C47A464A-85A1-4FAB-A5F2-F83C5D8C2EBF}" type="presParOf" srcId="{C81B983E-6A8F-4C70-B68F-6C459C8552FF}" destId="{6C54F45D-D374-4049-85DA-472D7AA3D9F1}" srcOrd="1" destOrd="0" presId="urn:microsoft.com/office/officeart/2005/8/layout/hierarchy1"/>
    <dgm:cxn modelId="{9654B571-89BA-4F18-B248-0E1B77BA3245}" type="presParOf" srcId="{6C54F45D-D374-4049-85DA-472D7AA3D9F1}" destId="{97300DC4-6EDD-4276-9B3C-AEEEF018809A}" srcOrd="0" destOrd="0" presId="urn:microsoft.com/office/officeart/2005/8/layout/hierarchy1"/>
    <dgm:cxn modelId="{95962363-0897-4127-A5AC-99B84636E3A0}" type="presParOf" srcId="{97300DC4-6EDD-4276-9B3C-AEEEF018809A}" destId="{2B5119FB-EFF3-4883-A82A-D179AE9BEAD9}" srcOrd="0" destOrd="0" presId="urn:microsoft.com/office/officeart/2005/8/layout/hierarchy1"/>
    <dgm:cxn modelId="{923068B4-6290-4582-9A8B-534BCDBE9324}" type="presParOf" srcId="{97300DC4-6EDD-4276-9B3C-AEEEF018809A}" destId="{8685EF3F-C3E4-4960-8547-25E56163DB79}" srcOrd="1" destOrd="0" presId="urn:microsoft.com/office/officeart/2005/8/layout/hierarchy1"/>
    <dgm:cxn modelId="{31C7A789-6E10-4472-B8F6-73D0B6459639}" type="presParOf" srcId="{6C54F45D-D374-4049-85DA-472D7AA3D9F1}" destId="{0F2D558C-8A93-4471-A42D-357FB72C0DD8}" srcOrd="1" destOrd="0" presId="urn:microsoft.com/office/officeart/2005/8/layout/hierarchy1"/>
    <dgm:cxn modelId="{FFD725F7-1359-459B-ADC3-9F79E86AD4E0}" type="presParOf" srcId="{C81B983E-6A8F-4C70-B68F-6C459C8552FF}" destId="{7D05031C-4E66-499B-9FC5-C4366817789A}" srcOrd="2" destOrd="0" presId="urn:microsoft.com/office/officeart/2005/8/layout/hierarchy1"/>
    <dgm:cxn modelId="{BDC33EF9-EC77-4A17-B516-9183C46F3772}" type="presParOf" srcId="{7D05031C-4E66-499B-9FC5-C4366817789A}" destId="{825D94E3-396B-4DEB-AA23-BD14EEC58756}" srcOrd="0" destOrd="0" presId="urn:microsoft.com/office/officeart/2005/8/layout/hierarchy1"/>
    <dgm:cxn modelId="{22F2340C-DAD6-4066-9168-0355600618DC}" type="presParOf" srcId="{825D94E3-396B-4DEB-AA23-BD14EEC58756}" destId="{44F09DAB-B534-4D04-B82A-652F7BEF554D}" srcOrd="0" destOrd="0" presId="urn:microsoft.com/office/officeart/2005/8/layout/hierarchy1"/>
    <dgm:cxn modelId="{2D05ED48-0911-4AC3-B7CF-11DE0DA67FE4}" type="presParOf" srcId="{825D94E3-396B-4DEB-AA23-BD14EEC58756}" destId="{5C1931D1-BC39-4A60-B5AF-13558EBD97B6}" srcOrd="1" destOrd="0" presId="urn:microsoft.com/office/officeart/2005/8/layout/hierarchy1"/>
    <dgm:cxn modelId="{EABF2FB5-94F2-4AD0-85FC-F1415D88E927}" type="presParOf" srcId="{7D05031C-4E66-499B-9FC5-C4366817789A}" destId="{A72AFF2C-F82C-404D-A9AB-203DB1AFA8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48194A-86FD-4BFA-ADBF-79EF82C9AB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4CDC2AD-062E-490B-8CB8-17AA0735AB6C}">
      <dgm:prSet/>
      <dgm:spPr/>
      <dgm:t>
        <a:bodyPr/>
        <a:lstStyle/>
        <a:p>
          <a:r>
            <a:rPr lang="en-US"/>
            <a:t>Dynamic features</a:t>
          </a:r>
        </a:p>
      </dgm:t>
    </dgm:pt>
    <dgm:pt modelId="{B6D6719D-0B73-4F7E-8E3D-3E46275406E6}" type="parTrans" cxnId="{1162D1E2-BAC2-48A0-B6B2-29CEB8584D94}">
      <dgm:prSet/>
      <dgm:spPr/>
      <dgm:t>
        <a:bodyPr/>
        <a:lstStyle/>
        <a:p>
          <a:endParaRPr lang="en-US"/>
        </a:p>
      </dgm:t>
    </dgm:pt>
    <dgm:pt modelId="{4E3894B3-4FFF-41A6-975E-26E4289D2C94}" type="sibTrans" cxnId="{1162D1E2-BAC2-48A0-B6B2-29CEB8584D94}">
      <dgm:prSet/>
      <dgm:spPr/>
      <dgm:t>
        <a:bodyPr/>
        <a:lstStyle/>
        <a:p>
          <a:endParaRPr lang="en-US"/>
        </a:p>
      </dgm:t>
    </dgm:pt>
    <dgm:pt modelId="{59E6C62C-D3E0-476B-9372-EFE958C5E3DA}">
      <dgm:prSet/>
      <dgm:spPr/>
      <dgm:t>
        <a:bodyPr/>
        <a:lstStyle/>
        <a:p>
          <a:r>
            <a:rPr lang="en-US"/>
            <a:t>Advanced models</a:t>
          </a:r>
        </a:p>
      </dgm:t>
    </dgm:pt>
    <dgm:pt modelId="{FC563F1D-4622-4307-B753-A9B6BAA27219}" type="parTrans" cxnId="{A2FBEE9F-87D9-481B-A0AF-8B39EB84F718}">
      <dgm:prSet/>
      <dgm:spPr/>
      <dgm:t>
        <a:bodyPr/>
        <a:lstStyle/>
        <a:p>
          <a:endParaRPr lang="en-US"/>
        </a:p>
      </dgm:t>
    </dgm:pt>
    <dgm:pt modelId="{CFC85495-500A-47EC-8249-7B34B9516320}" type="sibTrans" cxnId="{A2FBEE9F-87D9-481B-A0AF-8B39EB84F718}">
      <dgm:prSet/>
      <dgm:spPr/>
      <dgm:t>
        <a:bodyPr/>
        <a:lstStyle/>
        <a:p>
          <a:endParaRPr lang="en-US"/>
        </a:p>
      </dgm:t>
    </dgm:pt>
    <dgm:pt modelId="{045C4215-8978-49A3-A750-5D9A2298DFEF}">
      <dgm:prSet/>
      <dgm:spPr/>
      <dgm:t>
        <a:bodyPr/>
        <a:lstStyle/>
        <a:p>
          <a:r>
            <a:rPr lang="en-US"/>
            <a:t>Browser extension</a:t>
          </a:r>
        </a:p>
      </dgm:t>
    </dgm:pt>
    <dgm:pt modelId="{3042DD4E-15EE-4F47-A1AB-AB423AD4B0AC}" type="parTrans" cxnId="{704FA7CD-5DD7-4C6A-B57A-7824EBFD67A2}">
      <dgm:prSet/>
      <dgm:spPr/>
      <dgm:t>
        <a:bodyPr/>
        <a:lstStyle/>
        <a:p>
          <a:endParaRPr lang="en-US"/>
        </a:p>
      </dgm:t>
    </dgm:pt>
    <dgm:pt modelId="{EAA2D094-4CF0-4DD6-947D-CFAE0DC6DD72}" type="sibTrans" cxnId="{704FA7CD-5DD7-4C6A-B57A-7824EBFD67A2}">
      <dgm:prSet/>
      <dgm:spPr/>
      <dgm:t>
        <a:bodyPr/>
        <a:lstStyle/>
        <a:p>
          <a:endParaRPr lang="en-US"/>
        </a:p>
      </dgm:t>
    </dgm:pt>
    <dgm:pt modelId="{63ACB646-A7C6-40D9-8B3B-D973BAB67BB6}" type="pres">
      <dgm:prSet presAssocID="{7148194A-86FD-4BFA-ADBF-79EF82C9ABCB}" presName="root" presStyleCnt="0">
        <dgm:presLayoutVars>
          <dgm:dir/>
          <dgm:resizeHandles val="exact"/>
        </dgm:presLayoutVars>
      </dgm:prSet>
      <dgm:spPr/>
    </dgm:pt>
    <dgm:pt modelId="{E0DAC76E-D47A-4017-8E21-D870566AD06C}" type="pres">
      <dgm:prSet presAssocID="{A4CDC2AD-062E-490B-8CB8-17AA0735AB6C}" presName="compNode" presStyleCnt="0"/>
      <dgm:spPr/>
    </dgm:pt>
    <dgm:pt modelId="{481CAB1D-6C90-42E2-94AF-8E96CDC3BF80}" type="pres">
      <dgm:prSet presAssocID="{A4CDC2AD-062E-490B-8CB8-17AA0735AB6C}" presName="bgRect" presStyleLbl="bgShp" presStyleIdx="0" presStyleCnt="3"/>
      <dgm:spPr/>
    </dgm:pt>
    <dgm:pt modelId="{C444E656-21B8-4EFC-8B19-3726576493B1}" type="pres">
      <dgm:prSet presAssocID="{A4CDC2AD-062E-490B-8CB8-17AA0735AB6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7963A67-C1AB-45BF-9884-776E381E3299}" type="pres">
      <dgm:prSet presAssocID="{A4CDC2AD-062E-490B-8CB8-17AA0735AB6C}" presName="spaceRect" presStyleCnt="0"/>
      <dgm:spPr/>
    </dgm:pt>
    <dgm:pt modelId="{D0A485DD-2AAB-4A29-B2A7-322492F3F265}" type="pres">
      <dgm:prSet presAssocID="{A4CDC2AD-062E-490B-8CB8-17AA0735AB6C}" presName="parTx" presStyleLbl="revTx" presStyleIdx="0" presStyleCnt="3">
        <dgm:presLayoutVars>
          <dgm:chMax val="0"/>
          <dgm:chPref val="0"/>
        </dgm:presLayoutVars>
      </dgm:prSet>
      <dgm:spPr/>
    </dgm:pt>
    <dgm:pt modelId="{CBFFD0E6-09EE-42BE-91E4-901590686380}" type="pres">
      <dgm:prSet presAssocID="{4E3894B3-4FFF-41A6-975E-26E4289D2C94}" presName="sibTrans" presStyleCnt="0"/>
      <dgm:spPr/>
    </dgm:pt>
    <dgm:pt modelId="{72992A6A-F55E-4E95-8294-3DE6C5A44B25}" type="pres">
      <dgm:prSet presAssocID="{59E6C62C-D3E0-476B-9372-EFE958C5E3DA}" presName="compNode" presStyleCnt="0"/>
      <dgm:spPr/>
    </dgm:pt>
    <dgm:pt modelId="{E7D718A2-85B1-497E-A4C4-872B07C5BBB3}" type="pres">
      <dgm:prSet presAssocID="{59E6C62C-D3E0-476B-9372-EFE958C5E3DA}" presName="bgRect" presStyleLbl="bgShp" presStyleIdx="1" presStyleCnt="3"/>
      <dgm:spPr/>
    </dgm:pt>
    <dgm:pt modelId="{75F2702F-21BD-4FEC-9184-AAE2CF61AA86}" type="pres">
      <dgm:prSet presAssocID="{59E6C62C-D3E0-476B-9372-EFE958C5E3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F79AB8-2DBA-44BD-9977-7FBA00DF3766}" type="pres">
      <dgm:prSet presAssocID="{59E6C62C-D3E0-476B-9372-EFE958C5E3DA}" presName="spaceRect" presStyleCnt="0"/>
      <dgm:spPr/>
    </dgm:pt>
    <dgm:pt modelId="{371F9577-15A5-4C42-8A6D-3699A142DE76}" type="pres">
      <dgm:prSet presAssocID="{59E6C62C-D3E0-476B-9372-EFE958C5E3DA}" presName="parTx" presStyleLbl="revTx" presStyleIdx="1" presStyleCnt="3">
        <dgm:presLayoutVars>
          <dgm:chMax val="0"/>
          <dgm:chPref val="0"/>
        </dgm:presLayoutVars>
      </dgm:prSet>
      <dgm:spPr/>
    </dgm:pt>
    <dgm:pt modelId="{0B7C3F4B-2E13-4EBA-BB16-E58B7C35A18C}" type="pres">
      <dgm:prSet presAssocID="{CFC85495-500A-47EC-8249-7B34B9516320}" presName="sibTrans" presStyleCnt="0"/>
      <dgm:spPr/>
    </dgm:pt>
    <dgm:pt modelId="{E7E2D368-B842-4150-BB96-0D5669B98E90}" type="pres">
      <dgm:prSet presAssocID="{045C4215-8978-49A3-A750-5D9A2298DFEF}" presName="compNode" presStyleCnt="0"/>
      <dgm:spPr/>
    </dgm:pt>
    <dgm:pt modelId="{5CDBE1DC-E04A-4749-867C-685993C7C72B}" type="pres">
      <dgm:prSet presAssocID="{045C4215-8978-49A3-A750-5D9A2298DFEF}" presName="bgRect" presStyleLbl="bgShp" presStyleIdx="2" presStyleCnt="3"/>
      <dgm:spPr/>
    </dgm:pt>
    <dgm:pt modelId="{D2AFB4C6-E264-49FD-91ED-04B62FE46C75}" type="pres">
      <dgm:prSet presAssocID="{045C4215-8978-49A3-A750-5D9A2298DFE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6F350404-B67F-4528-A80E-21A1F4974AE2}" type="pres">
      <dgm:prSet presAssocID="{045C4215-8978-49A3-A750-5D9A2298DFEF}" presName="spaceRect" presStyleCnt="0"/>
      <dgm:spPr/>
    </dgm:pt>
    <dgm:pt modelId="{D9E40FAB-C8F6-43D3-AD95-F4C411E730FE}" type="pres">
      <dgm:prSet presAssocID="{045C4215-8978-49A3-A750-5D9A2298DF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AE2223-A817-467C-9073-CF7000DD0109}" type="presOf" srcId="{A4CDC2AD-062E-490B-8CB8-17AA0735AB6C}" destId="{D0A485DD-2AAB-4A29-B2A7-322492F3F265}" srcOrd="0" destOrd="0" presId="urn:microsoft.com/office/officeart/2018/2/layout/IconVerticalSolidList"/>
    <dgm:cxn modelId="{5915C83C-49E1-497B-8A76-8D2B654F613E}" type="presOf" srcId="{59E6C62C-D3E0-476B-9372-EFE958C5E3DA}" destId="{371F9577-15A5-4C42-8A6D-3699A142DE76}" srcOrd="0" destOrd="0" presId="urn:microsoft.com/office/officeart/2018/2/layout/IconVerticalSolidList"/>
    <dgm:cxn modelId="{610A2742-962C-4140-B849-B7478F5020FD}" type="presOf" srcId="{7148194A-86FD-4BFA-ADBF-79EF82C9ABCB}" destId="{63ACB646-A7C6-40D9-8B3B-D973BAB67BB6}" srcOrd="0" destOrd="0" presId="urn:microsoft.com/office/officeart/2018/2/layout/IconVerticalSolidList"/>
    <dgm:cxn modelId="{A2FBEE9F-87D9-481B-A0AF-8B39EB84F718}" srcId="{7148194A-86FD-4BFA-ADBF-79EF82C9ABCB}" destId="{59E6C62C-D3E0-476B-9372-EFE958C5E3DA}" srcOrd="1" destOrd="0" parTransId="{FC563F1D-4622-4307-B753-A9B6BAA27219}" sibTransId="{CFC85495-500A-47EC-8249-7B34B9516320}"/>
    <dgm:cxn modelId="{704FA7CD-5DD7-4C6A-B57A-7824EBFD67A2}" srcId="{7148194A-86FD-4BFA-ADBF-79EF82C9ABCB}" destId="{045C4215-8978-49A3-A750-5D9A2298DFEF}" srcOrd="2" destOrd="0" parTransId="{3042DD4E-15EE-4F47-A1AB-AB423AD4B0AC}" sibTransId="{EAA2D094-4CF0-4DD6-947D-CFAE0DC6DD72}"/>
    <dgm:cxn modelId="{1162D1E2-BAC2-48A0-B6B2-29CEB8584D94}" srcId="{7148194A-86FD-4BFA-ADBF-79EF82C9ABCB}" destId="{A4CDC2AD-062E-490B-8CB8-17AA0735AB6C}" srcOrd="0" destOrd="0" parTransId="{B6D6719D-0B73-4F7E-8E3D-3E46275406E6}" sibTransId="{4E3894B3-4FFF-41A6-975E-26E4289D2C94}"/>
    <dgm:cxn modelId="{E4DCE0EB-E9BC-48D2-8911-617074E08542}" type="presOf" srcId="{045C4215-8978-49A3-A750-5D9A2298DFEF}" destId="{D9E40FAB-C8F6-43D3-AD95-F4C411E730FE}" srcOrd="0" destOrd="0" presId="urn:microsoft.com/office/officeart/2018/2/layout/IconVerticalSolidList"/>
    <dgm:cxn modelId="{2AB09D78-70C4-43DE-A427-48F10E144BE2}" type="presParOf" srcId="{63ACB646-A7C6-40D9-8B3B-D973BAB67BB6}" destId="{E0DAC76E-D47A-4017-8E21-D870566AD06C}" srcOrd="0" destOrd="0" presId="urn:microsoft.com/office/officeart/2018/2/layout/IconVerticalSolidList"/>
    <dgm:cxn modelId="{FE765BC8-6D75-4D44-A311-8915A9B96787}" type="presParOf" srcId="{E0DAC76E-D47A-4017-8E21-D870566AD06C}" destId="{481CAB1D-6C90-42E2-94AF-8E96CDC3BF80}" srcOrd="0" destOrd="0" presId="urn:microsoft.com/office/officeart/2018/2/layout/IconVerticalSolidList"/>
    <dgm:cxn modelId="{760C741E-CD92-485C-ADD1-5D36F91DC3B0}" type="presParOf" srcId="{E0DAC76E-D47A-4017-8E21-D870566AD06C}" destId="{C444E656-21B8-4EFC-8B19-3726576493B1}" srcOrd="1" destOrd="0" presId="urn:microsoft.com/office/officeart/2018/2/layout/IconVerticalSolidList"/>
    <dgm:cxn modelId="{297A0263-4468-40E2-A419-3D087DAD80AC}" type="presParOf" srcId="{E0DAC76E-D47A-4017-8E21-D870566AD06C}" destId="{C7963A67-C1AB-45BF-9884-776E381E3299}" srcOrd="2" destOrd="0" presId="urn:microsoft.com/office/officeart/2018/2/layout/IconVerticalSolidList"/>
    <dgm:cxn modelId="{AD29817F-8F3A-4FDD-A478-50F0D729862A}" type="presParOf" srcId="{E0DAC76E-D47A-4017-8E21-D870566AD06C}" destId="{D0A485DD-2AAB-4A29-B2A7-322492F3F265}" srcOrd="3" destOrd="0" presId="urn:microsoft.com/office/officeart/2018/2/layout/IconVerticalSolidList"/>
    <dgm:cxn modelId="{18BBB671-2F1E-4DE3-9A43-B8BB62BC5577}" type="presParOf" srcId="{63ACB646-A7C6-40D9-8B3B-D973BAB67BB6}" destId="{CBFFD0E6-09EE-42BE-91E4-901590686380}" srcOrd="1" destOrd="0" presId="urn:microsoft.com/office/officeart/2018/2/layout/IconVerticalSolidList"/>
    <dgm:cxn modelId="{FF10FC31-F602-4609-A54C-9B2EB8DE9493}" type="presParOf" srcId="{63ACB646-A7C6-40D9-8B3B-D973BAB67BB6}" destId="{72992A6A-F55E-4E95-8294-3DE6C5A44B25}" srcOrd="2" destOrd="0" presId="urn:microsoft.com/office/officeart/2018/2/layout/IconVerticalSolidList"/>
    <dgm:cxn modelId="{4947908D-5665-4C45-AE43-714C8BEB5B13}" type="presParOf" srcId="{72992A6A-F55E-4E95-8294-3DE6C5A44B25}" destId="{E7D718A2-85B1-497E-A4C4-872B07C5BBB3}" srcOrd="0" destOrd="0" presId="urn:microsoft.com/office/officeart/2018/2/layout/IconVerticalSolidList"/>
    <dgm:cxn modelId="{89F0D595-A2D9-46A0-B6A7-B93EB7749424}" type="presParOf" srcId="{72992A6A-F55E-4E95-8294-3DE6C5A44B25}" destId="{75F2702F-21BD-4FEC-9184-AAE2CF61AA86}" srcOrd="1" destOrd="0" presId="urn:microsoft.com/office/officeart/2018/2/layout/IconVerticalSolidList"/>
    <dgm:cxn modelId="{11989B26-B769-473B-B934-55D00E3A8881}" type="presParOf" srcId="{72992A6A-F55E-4E95-8294-3DE6C5A44B25}" destId="{D4F79AB8-2DBA-44BD-9977-7FBA00DF3766}" srcOrd="2" destOrd="0" presId="urn:microsoft.com/office/officeart/2018/2/layout/IconVerticalSolidList"/>
    <dgm:cxn modelId="{83B2E725-A426-40CF-B547-8AD6C294FEB7}" type="presParOf" srcId="{72992A6A-F55E-4E95-8294-3DE6C5A44B25}" destId="{371F9577-15A5-4C42-8A6D-3699A142DE76}" srcOrd="3" destOrd="0" presId="urn:microsoft.com/office/officeart/2018/2/layout/IconVerticalSolidList"/>
    <dgm:cxn modelId="{FB534E98-1A00-4E03-8C5D-25941B502D6B}" type="presParOf" srcId="{63ACB646-A7C6-40D9-8B3B-D973BAB67BB6}" destId="{0B7C3F4B-2E13-4EBA-BB16-E58B7C35A18C}" srcOrd="3" destOrd="0" presId="urn:microsoft.com/office/officeart/2018/2/layout/IconVerticalSolidList"/>
    <dgm:cxn modelId="{1A73D2F0-2C33-42C2-BB94-BCD715C7A9AA}" type="presParOf" srcId="{63ACB646-A7C6-40D9-8B3B-D973BAB67BB6}" destId="{E7E2D368-B842-4150-BB96-0D5669B98E90}" srcOrd="4" destOrd="0" presId="urn:microsoft.com/office/officeart/2018/2/layout/IconVerticalSolidList"/>
    <dgm:cxn modelId="{2381A735-E3FD-40AC-A53B-5FE7F1D81230}" type="presParOf" srcId="{E7E2D368-B842-4150-BB96-0D5669B98E90}" destId="{5CDBE1DC-E04A-4749-867C-685993C7C72B}" srcOrd="0" destOrd="0" presId="urn:microsoft.com/office/officeart/2018/2/layout/IconVerticalSolidList"/>
    <dgm:cxn modelId="{7A72A7E3-3F40-4CD5-90BC-DA62550149DB}" type="presParOf" srcId="{E7E2D368-B842-4150-BB96-0D5669B98E90}" destId="{D2AFB4C6-E264-49FD-91ED-04B62FE46C75}" srcOrd="1" destOrd="0" presId="urn:microsoft.com/office/officeart/2018/2/layout/IconVerticalSolidList"/>
    <dgm:cxn modelId="{9B55E0C2-8AE9-4D8A-84C4-7ACCD58949F4}" type="presParOf" srcId="{E7E2D368-B842-4150-BB96-0D5669B98E90}" destId="{6F350404-B67F-4528-A80E-21A1F4974AE2}" srcOrd="2" destOrd="0" presId="urn:microsoft.com/office/officeart/2018/2/layout/IconVerticalSolidList"/>
    <dgm:cxn modelId="{C66A9F70-BA4F-48A1-ADF7-591DE0214E23}" type="presParOf" srcId="{E7E2D368-B842-4150-BB96-0D5669B98E90}" destId="{D9E40FAB-C8F6-43D3-AD95-F4C411E730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477D7-D07B-4747-8F10-CB8D6B40463F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CB387-F398-4665-8ED3-2F000B925BF6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Vaibhav Wahie</a:t>
          </a:r>
        </a:p>
      </dsp:txBody>
      <dsp:txXfrm>
        <a:off x="300222" y="1693310"/>
        <a:ext cx="2228479" cy="1383659"/>
      </dsp:txXfrm>
    </dsp:sp>
    <dsp:sp modelId="{D76C1481-7869-4FA4-B20A-BD5C058D4BF7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F1FDA-EA52-490F-8F89-80167B36DC2E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Priyamvada Nambiar</a:t>
          </a:r>
        </a:p>
      </dsp:txBody>
      <dsp:txXfrm>
        <a:off x="3129147" y="1693310"/>
        <a:ext cx="2228479" cy="1383659"/>
      </dsp:txXfrm>
    </dsp:sp>
    <dsp:sp modelId="{A23A779F-CB03-43DE-A824-6F74AD998D1E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7CF7E-8DA0-497F-8B09-01D0E40AB5D9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Ashish Naik</a:t>
          </a:r>
        </a:p>
      </dsp:txBody>
      <dsp:txXfrm>
        <a:off x="5958072" y="1693310"/>
        <a:ext cx="2228479" cy="138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B4616-4C94-4782-87B9-9D5F30487B0D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A307E-B8D1-4B28-B247-6C6706A0F3F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D185D-D713-4715-B17F-BFE888111C60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Phishing is a major cybersecurity threat</a:t>
          </a:r>
        </a:p>
      </dsp:txBody>
      <dsp:txXfrm>
        <a:off x="1339618" y="2288"/>
        <a:ext cx="3433549" cy="1159843"/>
      </dsp:txXfrm>
    </dsp:sp>
    <dsp:sp modelId="{A26B755B-771E-4C35-BB2F-57455B4C3600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253EC-1784-4036-80AF-2C2205A7549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82DF8-1626-41FD-BA7B-CB37220A6EDC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Fake websites steal sensitive user data</a:t>
          </a:r>
        </a:p>
      </dsp:txBody>
      <dsp:txXfrm>
        <a:off x="1339618" y="1452092"/>
        <a:ext cx="3433549" cy="1159843"/>
      </dsp:txXfrm>
    </dsp:sp>
    <dsp:sp modelId="{3613B04F-E964-4B99-AB2C-F32F829773FA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97A88-86B9-4F22-8A12-827EADFFB35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3B4C4-CE54-4F28-8AA9-2D2CB82EE98F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Increasing number of online attacks</a:t>
          </a:r>
        </a:p>
      </dsp:txBody>
      <dsp:txXfrm>
        <a:off x="1339618" y="2901896"/>
        <a:ext cx="3433549" cy="1159843"/>
      </dsp:txXfrm>
    </dsp:sp>
    <dsp:sp modelId="{1A3E9A1C-21FC-49A9-B4A2-65BAD2B4AAF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AA346-00F1-4AFD-93C7-DE7B0DF2E96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29B82-7498-4042-8F57-4AA597E270A9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automated detection systems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D9155-5B74-4C85-A4CA-28BF18BBCD23}">
      <dsp:nvSpPr>
        <dsp:cNvPr id="0" name=""/>
        <dsp:cNvSpPr/>
      </dsp:nvSpPr>
      <dsp:spPr>
        <a:xfrm>
          <a:off x="0" y="36175"/>
          <a:ext cx="5175384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Blacklist methods</a:t>
          </a:r>
        </a:p>
      </dsp:txBody>
      <dsp:txXfrm>
        <a:off x="50420" y="86595"/>
        <a:ext cx="5074544" cy="932014"/>
      </dsp:txXfrm>
    </dsp:sp>
    <dsp:sp modelId="{52E3D15A-E7C1-46BB-BB3E-B0ABFC6964ED}">
      <dsp:nvSpPr>
        <dsp:cNvPr id="0" name=""/>
        <dsp:cNvSpPr/>
      </dsp:nvSpPr>
      <dsp:spPr>
        <a:xfrm>
          <a:off x="0" y="1143909"/>
          <a:ext cx="5175384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Rule-based systems</a:t>
          </a:r>
        </a:p>
      </dsp:txBody>
      <dsp:txXfrm>
        <a:off x="50420" y="1194329"/>
        <a:ext cx="5074544" cy="932014"/>
      </dsp:txXfrm>
    </dsp:sp>
    <dsp:sp modelId="{634AE639-2C73-48C6-81DC-19B0A3AF7228}">
      <dsp:nvSpPr>
        <dsp:cNvPr id="0" name=""/>
        <dsp:cNvSpPr/>
      </dsp:nvSpPr>
      <dsp:spPr>
        <a:xfrm>
          <a:off x="0" y="2251643"/>
          <a:ext cx="5175384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ML models (RF, KNN, ANN)</a:t>
          </a:r>
        </a:p>
      </dsp:txBody>
      <dsp:txXfrm>
        <a:off x="50420" y="2302063"/>
        <a:ext cx="5074544" cy="932014"/>
      </dsp:txXfrm>
    </dsp:sp>
    <dsp:sp modelId="{67AB8822-D794-45D0-BE8C-90867CE764F1}">
      <dsp:nvSpPr>
        <dsp:cNvPr id="0" name=""/>
        <dsp:cNvSpPr/>
      </dsp:nvSpPr>
      <dsp:spPr>
        <a:xfrm>
          <a:off x="0" y="3359377"/>
          <a:ext cx="5175384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Limitation: poor real-world performance</a:t>
          </a:r>
        </a:p>
      </dsp:txBody>
      <dsp:txXfrm>
        <a:off x="50420" y="3409797"/>
        <a:ext cx="5074544" cy="932014"/>
      </dsp:txXfrm>
    </dsp:sp>
    <dsp:sp modelId="{1352702C-9C80-42B3-BD4B-930DA7502403}">
      <dsp:nvSpPr>
        <dsp:cNvPr id="0" name=""/>
        <dsp:cNvSpPr/>
      </dsp:nvSpPr>
      <dsp:spPr>
        <a:xfrm>
          <a:off x="0" y="4467111"/>
          <a:ext cx="5175384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Blindly trusting the model</a:t>
          </a:r>
        </a:p>
      </dsp:txBody>
      <dsp:txXfrm>
        <a:off x="50420" y="4517531"/>
        <a:ext cx="5074544" cy="932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4CAF0-A21A-4B11-90D2-F6515985519D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1C8E8-3FD6-45DB-BB7D-98A6E2999DC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7C120-F130-432A-9D49-83EFE5CB0000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Internal: 11,055 samples</a:t>
          </a:r>
        </a:p>
      </dsp:txBody>
      <dsp:txXfrm>
        <a:off x="1844034" y="682"/>
        <a:ext cx="2839914" cy="1596566"/>
      </dsp:txXfrm>
    </dsp:sp>
    <dsp:sp modelId="{DA8BB958-1681-4D18-86BE-EAC79553E516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F8876-BDCA-43C2-8651-012C8559A29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4843A-25B3-47E8-8BE8-4CD3FDB204B4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External: 2,456 samples</a:t>
          </a:r>
        </a:p>
      </dsp:txBody>
      <dsp:txXfrm>
        <a:off x="1844034" y="1996390"/>
        <a:ext cx="2839914" cy="1596566"/>
      </dsp:txXfrm>
    </dsp:sp>
    <dsp:sp modelId="{EE096C24-C3B0-486A-AD20-05C7CC9B05E3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75A00-6172-4F2D-8B0D-B5722E6ABD7C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07B4-120A-40AF-B4B3-E662DEE1410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for generalization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31ABE-8621-442D-A2D8-FFE564E58337}">
      <dsp:nvSpPr>
        <dsp:cNvPr id="0" name=""/>
        <dsp:cNvSpPr/>
      </dsp:nvSpPr>
      <dsp:spPr>
        <a:xfrm>
          <a:off x="0" y="787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30 features</a:t>
          </a:r>
        </a:p>
      </dsp:txBody>
      <dsp:txXfrm>
        <a:off x="60884" y="68763"/>
        <a:ext cx="4878356" cy="1125452"/>
      </dsp:txXfrm>
    </dsp:sp>
    <dsp:sp modelId="{49A7BE9D-FDED-4EFD-8B83-F3E4EBDB1BF6}">
      <dsp:nvSpPr>
        <dsp:cNvPr id="0" name=""/>
        <dsp:cNvSpPr/>
      </dsp:nvSpPr>
      <dsp:spPr>
        <a:xfrm>
          <a:off x="0" y="140485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URL-based</a:t>
          </a:r>
        </a:p>
      </dsp:txBody>
      <dsp:txXfrm>
        <a:off x="60884" y="1465743"/>
        <a:ext cx="4878356" cy="1125452"/>
      </dsp:txXfrm>
    </dsp:sp>
    <dsp:sp modelId="{26F071BD-B841-4CBF-9DCD-DDC21C7BED4E}">
      <dsp:nvSpPr>
        <dsp:cNvPr id="0" name=""/>
        <dsp:cNvSpPr/>
      </dsp:nvSpPr>
      <dsp:spPr>
        <a:xfrm>
          <a:off x="0" y="280183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Domain-based</a:t>
          </a:r>
        </a:p>
      </dsp:txBody>
      <dsp:txXfrm>
        <a:off x="60884" y="2862723"/>
        <a:ext cx="4878356" cy="1125452"/>
      </dsp:txXfrm>
    </dsp:sp>
    <dsp:sp modelId="{CB411D4A-0AF3-4B77-84CA-10B7B3432563}">
      <dsp:nvSpPr>
        <dsp:cNvPr id="0" name=""/>
        <dsp:cNvSpPr/>
      </dsp:nvSpPr>
      <dsp:spPr>
        <a:xfrm>
          <a:off x="0" y="4198820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Behavior-based</a:t>
          </a:r>
        </a:p>
      </dsp:txBody>
      <dsp:txXfrm>
        <a:off x="60884" y="4259704"/>
        <a:ext cx="4878356" cy="1125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F8C24-C8B5-443B-AB2F-50815050E29F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7C9ED-59A3-406D-BD31-6DBB672EEA86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Accuracy: 98.09%</a:t>
          </a:r>
        </a:p>
      </dsp:txBody>
      <dsp:txXfrm>
        <a:off x="0" y="2700"/>
        <a:ext cx="4718785" cy="1841777"/>
      </dsp:txXfrm>
    </dsp:sp>
    <dsp:sp modelId="{97E179E4-40EE-4546-8797-F9E266DD6076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AAFD6-435F-49A6-9667-5DD0405751CE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F1-score: 0.983</a:t>
          </a:r>
        </a:p>
      </dsp:txBody>
      <dsp:txXfrm>
        <a:off x="0" y="1844478"/>
        <a:ext cx="4718785" cy="1841777"/>
      </dsp:txXfrm>
    </dsp:sp>
    <dsp:sp modelId="{1CC41B53-721C-43EE-BFEF-4593FD03A2F0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18F44-2359-426B-8036-B671944E9A13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ROC-AUC: 0.9985</a:t>
          </a:r>
        </a:p>
      </dsp:txBody>
      <dsp:txXfrm>
        <a:off x="0" y="3686256"/>
        <a:ext cx="4718785" cy="18417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E23C1-AC6B-4B86-9D2A-433CBD62FBC6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Accuracy: 89.04%</a:t>
          </a:r>
        </a:p>
      </dsp:txBody>
      <dsp:txXfrm>
        <a:off x="1045320" y="2124"/>
        <a:ext cx="2868885" cy="1721331"/>
      </dsp:txXfrm>
    </dsp:sp>
    <dsp:sp modelId="{76DC6F56-F972-4D85-90F0-C4AADDE650F5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F1-score: 0.8956</a:t>
          </a:r>
        </a:p>
      </dsp:txBody>
      <dsp:txXfrm>
        <a:off x="4201094" y="2124"/>
        <a:ext cx="2868885" cy="1721331"/>
      </dsp:txXfrm>
    </dsp:sp>
    <dsp:sp modelId="{18B4FEF3-3B0B-4942-A2EA-97DD49041A05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ROC-AUC: 0.9567</a:t>
          </a:r>
        </a:p>
      </dsp:txBody>
      <dsp:txXfrm>
        <a:off x="2623207" y="2010343"/>
        <a:ext cx="2868885" cy="17213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EC8EC-6AD7-4AB2-9A6A-912C575C49FB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05B5A-E48C-409F-9E82-3DDA04FC3377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High accuracy</a:t>
          </a:r>
        </a:p>
      </dsp:txBody>
      <dsp:txXfrm>
        <a:off x="298991" y="1277365"/>
        <a:ext cx="2219346" cy="1377989"/>
      </dsp:txXfrm>
    </dsp:sp>
    <dsp:sp modelId="{2B5119FB-EFF3-4883-A82A-D179AE9BEAD9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5EF3F-C3E4-4960-8547-25E56163DB7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Handles uncertainty</a:t>
          </a:r>
        </a:p>
      </dsp:txBody>
      <dsp:txXfrm>
        <a:off x="3116322" y="1277365"/>
        <a:ext cx="2219346" cy="1377989"/>
      </dsp:txXfrm>
    </dsp:sp>
    <dsp:sp modelId="{44F09DAB-B534-4D04-B82A-652F7BEF554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931D1-BC39-4A60-B5AF-13558EBD97B6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Works on unseen data</a:t>
          </a:r>
        </a:p>
      </dsp:txBody>
      <dsp:txXfrm>
        <a:off x="5933653" y="1277365"/>
        <a:ext cx="2219346" cy="13779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CAB1D-6C90-42E2-94AF-8E96CDC3BF8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4E656-21B8-4EFC-8B19-3726576493B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485DD-2AAB-4A29-B2A7-322492F3F265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features</a:t>
          </a:r>
        </a:p>
      </dsp:txBody>
      <dsp:txXfrm>
        <a:off x="1844034" y="682"/>
        <a:ext cx="2839914" cy="1596566"/>
      </dsp:txXfrm>
    </dsp:sp>
    <dsp:sp modelId="{E7D718A2-85B1-497E-A4C4-872B07C5BBB3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2702F-21BD-4FEC-9184-AAE2CF61AA86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9577-15A5-4C42-8A6D-3699A142DE76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Advanced models</a:t>
          </a:r>
        </a:p>
      </dsp:txBody>
      <dsp:txXfrm>
        <a:off x="1844034" y="1996390"/>
        <a:ext cx="2839914" cy="1596566"/>
      </dsp:txXfrm>
    </dsp:sp>
    <dsp:sp modelId="{5CDBE1DC-E04A-4749-867C-685993C7C72B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AFB4C6-E264-49FD-91ED-04B62FE46C75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40FAB-C8F6-43D3-AD95-F4C411E730FE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Browser extension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Confidence-Aware Hybrid Ensemble for Phishing Detection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CBF3C7-50AB-0A58-D922-F6813DD493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dexContent_1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Priyamvada Nambiar</a:t>
            </a:r>
          </a:p>
          <a:p>
            <a:pPr>
              <a:spcAft>
                <a:spcPts val="5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Intelligent phishing detection using ensemble + confidence-aware hybrid logic</a:t>
            </a:r>
          </a:p>
          <a:p>
            <a:pPr>
              <a:spcAft>
                <a:spcPts val="5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Datasets: 11,055 internal samples and 2,456 external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BFFB38-CB73-5C57-2D47-60F066121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47261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2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websites remain a major cybersecurity threat and evolve rapidly.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Models trained on one dataset often drop performance on unseen distributions.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Our goal: build a robust, deployable system with both high accuracy and safe decision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Literature Survey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BE46E53-85FA-E4C0-1BBD-6B49908F5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8767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3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Base reference paper (EnLeM, 2025) shows strong ensemble performance for phishing detection.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Recent work explores ANN, transformer, and hybrid approaches, but robustness under shift is still limited.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Gap identified: confidence-aware decision control and deployment-ready architecture are often missing.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Our work addresses this with selective hybrid override + external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Problem Statement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r>
              <a:t>Models fail on unseen data</a:t>
            </a:r>
          </a:p>
          <a:p>
            <a:r>
              <a:t>No handling of uncertainty</a:t>
            </a:r>
          </a:p>
          <a:p>
            <a:r>
              <a:t>Need robust system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dexContent_4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Problem 1: Pure ML models can fail on external/unseen phishing patterns.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Problem 2: High-confidence wrong predictions are risky in security systems.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Problem 3: Single-mode systems cannot adapt to operational needs (balanced vs high-recall).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Requirement: intelligent hybrid system that is accurate, robust, and practical to deploy.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Dataset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3BACF57-F8A4-D52E-9913-54A9E3552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5435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CodexContent_5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Internal dataset: output.csv (converted from Training Dataset.arff), 11,055 rows, 30 features.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External dataset: .old.arff, 2,456 rows, used for distribution-shift validation.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Feature harmonization: 16 mapped columns aligned across datasets.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Labels normalized for phishing-positive evaluation on external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Features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54AD9D7-B589-C24D-32CA-04B561CE4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4287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CodexContent_6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Total engineered features: 30 (URL, domain, and webpage behavior).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having_IP_Address, URL_Length, Prefix_Suffix, HTTPS_token, Request_URL, URL_of_Anchor, age_of_domain, web_traffic, Google_Index.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Feature values are discrete: {-1, 0, 1} indicating suspicious/neutral/benign patterns.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Rule layer uses critical signals such as Invalid SSL, IP-based URL, suspicious anchors, and prefix-suffix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Proposed Model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3 ANN models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Ensemble averaging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Final probability output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dexContent_7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Three neural models trained: Simple ANN, Deep ANN, Dropout-style ANN.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Soft-voting ensemble combines model probabilities for stable prediction.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Confidence score: C(x) = max(P(y=1|x), 1 - P(y=1|x)).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Hybrid rule override: if confidence &lt; 0.8 and security rules trigger, override to phishing.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Two modes: Ensemble mode (balanced) and Hybrid mode (higher phishing recall).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Internal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82CA7A-5556-FE60-E70A-6998E4928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50239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CodexContent_8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- 5-fold CV (best model: ensemble_softvote):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F1 = 0.9704 +/- 0.0026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ROC-AUC = 0.9954 +/- 0.0006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Internal run (11,055 samples, ensemble mode):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Accuracy 0.9809 | Precision 0.9744 | Recall 0.9917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F1 0.9830 | ROC-AUC 0.9985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Conclusion: very strong in-distribution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External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7A315B-44BE-642D-E8C6-C3BE0BE60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82407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CodexContent_9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External benchmark (2,456 samples, phishing-positive scenario):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Base Ensemble: Acc 0.8783 | Prec 0.9539 | Rec 0.8201 | F1 0.8820 | AUC 0.9568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Proposed Hybrid: Acc 0.8905 | Prec 0.9498 | Rec 0.8473 | F1 0.8956 | AUC 0.9568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Improvement (Hybrid - Base):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+0.0122 Accuracy, +0.0272 Recall, +0.0137 F1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message: hybrid logic improves robustness and phishing catch rate under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t>Novelty and Advantages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4F56D-BB6E-D480-B532-B8CA289D1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30123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10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Novelty 1: Confidence-aware selective override (rules activate only when confidence is low).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Novelty 2: Dual-mode operation for real-world usage (ensemble vs hybrid).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Novelty 3: External shift-aware validation with feature harmonization.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Novelty 4: End-to-end deployable pipeline (batch runner + live API).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Practical value: safer phishing detection without sacrificing overall system usability.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r>
              <a:t>Future Work and 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BA64ABD-78EC-2313-B0BB-B6801A79D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66702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11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Future work: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Probability calibration and threshold tuning for better confidence control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Explainability (feature attribution) for analyst trust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Continuous retraining pipeline for concept drift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Final takeaway: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We built a robust, intelligent, and deployment-ready phishing detection system that improves external robustness beyond a base ensemble.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Confidence-Aware Hybrid Ensemble for Phishing Detection</vt:lpstr>
      <vt:lpstr>Introduction</vt:lpstr>
      <vt:lpstr>Literature Survey</vt:lpstr>
      <vt:lpstr>Problem Statement</vt:lpstr>
      <vt:lpstr>Dataset</vt:lpstr>
      <vt:lpstr>Features</vt:lpstr>
      <vt:lpstr>Proposed Model</vt:lpstr>
      <vt:lpstr>Internal Results</vt:lpstr>
      <vt:lpstr>External Results</vt:lpstr>
      <vt:lpstr>Advantages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PRIYAMVADA NAMBIAR - 251090840002 - MITMPL</cp:lastModifiedBy>
  <cp:revision>40</cp:revision>
  <dcterms:created xsi:type="dcterms:W3CDTF">2013-01-27T09:14:16Z</dcterms:created>
  <dcterms:modified xsi:type="dcterms:W3CDTF">2026-04-23T01:44:21Z</dcterms:modified>
  <cp:category/>
</cp:coreProperties>
</file>