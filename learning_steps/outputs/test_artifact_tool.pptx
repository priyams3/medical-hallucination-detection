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feabc107824c65" /><Relationship Type="http://schemas.openxmlformats.org/officeDocument/2006/relationships/extended-properties" Target="/docProps/app.xml" Id="R887a8f433f30480f" /><Relationship Type="http://schemas.openxmlformats.org/officeDocument/2006/relationships/officeDocument" Target="/ppt/presentation.xml" Id="R7f14061cf0594e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30bb420e90427b"/>
  </p:sldMasterIdLst>
  <p:notesMasterIdLst>
    <p:notesMasterId xmlns:r="http://schemas.openxmlformats.org/officeDocument/2006/relationships" r:id="R5414143ad55241da"/>
  </p:notesMasterIdLst>
  <p:sldIdLst>
    <p:sldId xmlns:r="http://schemas.openxmlformats.org/officeDocument/2006/relationships" id="256" r:id="R0444cbfcdd184e93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30bb420e90427b" /><Relationship Type="http://schemas.openxmlformats.org/officeDocument/2006/relationships/theme" Target="/ppt/theme/theme1.xml" Id="R326f460294d44fc4" /><Relationship Type="http://schemas.openxmlformats.org/officeDocument/2006/relationships/notesMaster" Target="/ppt/notesMasters/notesMaster1.xml" Id="R5414143ad55241da" /><Relationship Type="http://schemas.openxmlformats.org/officeDocument/2006/relationships/presProps" Target="/ppt/presProps.xml" Id="R1b0cbc3eca1b4310" /><Relationship Type="http://schemas.openxmlformats.org/officeDocument/2006/relationships/viewProps" Target="/ppt/viewProps.xml" Id="R6e359418b4564846" /><Relationship Type="http://schemas.openxmlformats.org/officeDocument/2006/relationships/tableStyles" Target="/ppt/tableStyles.xml" Id="R4f0c276bf71643f5" /><Relationship Type="http://schemas.openxmlformats.org/officeDocument/2006/relationships/slide" Target="/ppt/slides/slide1.xml" Id="R0444cbfcdd184e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128273f75ef4b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caade2e6c44c27" /><Relationship Type="http://schemas.openxmlformats.org/officeDocument/2006/relationships/notesMaster" Target="/ppt/notesMasters/notesMaster1.xml" Id="R4e876b3108bc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5c8f319e74f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9AC051D-FF09-4F99-9ABF-8E2FB74BE317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8627B203-0B97-434B-BE38-973EA6A14A5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0EBC38-A195-4BF5-BCFF-EAB55E2492F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5BE80C-7DD4-497A-BAFC-1CDC8DD583B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C6AAAC-787D-468A-9FC5-371DDD2D7D2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7a28382ae454c11" /><Relationship Type="http://schemas.openxmlformats.org/officeDocument/2006/relationships/slideLayout" Target="/ppt/slideLayouts/slideLayout2.xml" Id="R4b8b6f034c62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26A2B7-4A57-4B92-BD25-ADA8F4A0BC6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8b6f034c62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ffff32e504e32" /><Relationship Type="http://schemas.openxmlformats.org/officeDocument/2006/relationships/notesSlide" Target="/ppt/notesSlides/notesSlide1.xml" Id="R63d396f96fc74b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C6AAAC-787D-468A-9FC5-371DDD2D7D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6FC92-23FD-43E7-9A9F-1257A7D2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"/>
            <a:ext cx="8991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Test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8939F-92FE-4401-A8E0-266B3022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822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  <p:txBody>
          <a:bodyPr xmlns:a="http://schemas.openxmlformats.org/drawingml/2006/main" lIns="266700" tIns="190500" rIns="190500" bIns="190500" anchor="t"/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- Bullet 1</a:t>
            </a:r>
          </a:p>
          <a:p xmlns:a="http://schemas.openxmlformats.org/drawingml/2006/main">
            <a:pPr algn="l">
              <a:defRPr sz="1800">
                <a:solidFill>
                  <a:srgbClr val="111827"/>
                </a:solidFill>
              </a:defRPr>
            </a:pPr>
            <a:r>
              <a:rPr sz="1800">
                <a:solidFill>
                  <a:srgbClr val="111827"/>
                </a:solidFill>
              </a:rPr>
              <a:t>- Bullet 2</a:t>
            </a:r>
          </a:p>
        </p:txBody>
      </p:sp>
    </p:spTree>
    <p:extLst>
      <p:ext uri="{BB962C8B-B14F-4D97-AF65-F5344CB8AC3E}">
        <p14:creationId xmlns:p14="http://schemas.microsoft.com/office/powerpoint/2010/main" val="1379696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2026-04-23T02:18:35.2580000Z</dcterms:created>
  <dcterms:modified xsi:type="dcterms:W3CDTF">2026-04-23T02:18:35.2580000Z</dcterms:modified>
</coreProperties>
</file>