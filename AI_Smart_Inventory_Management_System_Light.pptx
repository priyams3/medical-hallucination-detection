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Briefly introduce the project, team, and why this topic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Explain why demand forecasting is crucial in real retail operations and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Walk through the full solution in sequence: data, model, API,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Clarify what one row means and how the dataset supports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Emphasize consistency between training and prediction preprocessing.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Explain why lag features are powerful: they let the model learn demand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Mention this is a common pitfall and highlight that the project explicitly avoided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Briefly mention XGBoost is strong for tabular data due to boosted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Explain RMSE in simple terms: average prediction error magnitude in sales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State that one script runs the complete ML training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Highlight there is no mismatch between training and prediction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Explain that API deployment enables easy integration with external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Position this as the business-facing interface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Conclude this slide by saying these practices make the system production-ready.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Explain each module and how data flows across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Transition smoothly from slides to live system by stating the demo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Summarize impact: technical completeness plus business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Present future work as a roadmap from strong baseline to advanced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Speaking Hint: Invite questions and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AI Smart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8800" y="965200"/>
            <a:ext cx="10922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Calibri"/>
              </a:rPr>
              <a:t>Demand Forecasting using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8800" y="1854200"/>
            <a:ext cx="11074400" cy="3276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006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Project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311400"/>
            <a:ext cx="10617200" cy="241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Team Members: [Add 4 Names]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Course / Institution: [Add Details]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Final-year project integrating Machine Learning and MLOps practices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Briefly introduce the project, team, and why this topic matters.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Business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10718800" cy="368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Retail businesses struggle with accurate demand prediction across stores and product categories.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Overstocking increases storage and operational costs, reducing overall profitability.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Understocking leads to lost revenue and poor customer experience due to stockouts.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Traditional forecasting methods fail to capture dynamic demand patterns.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Summary: Accurate demand forecasting is critical for efficient inventory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Explain why demand forecasting is crucial in real retail operations and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10718800" cy="35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Developed an ML-based demand forecasting system for inventory planning.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Uses historical sales data and engineered features to learn demand behavior.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Provides real-time predictions through API and a business-friendly dashboard.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Designed as an end-to-end automated pipeline from training to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Walk through the full solution in sequence: data, model, API, and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Time-series retail dataset with daily observations.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Key features include Store ID, Product family, Date, Sales, and Promotion.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Each row represents sales activity for one store-product combination on a specific date.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Dataset link is provided externally for reproducibility.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dataset sample screenshot]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Clarify what one row means and how the dataset supports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Data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Converted date column into datetime format for time-aware processing.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Sorted records chronologically (store -&gt; family -&gt; date) to preserve temporal order.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Handled missing values: sales filled with 0 and promotion filled with 0.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Encoded categorical variables for model compatibility.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Key point: identical preprocessing logic is reused in training and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preprocess.py code snippet]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Emphasize consistency between training and prediction preprocessing.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Feature Engineering (Core)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Time-based features: day_of_week, month, week, weekend.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Lag features: lag_1, lag_7, lag_14, lag_28 to capture recent demand behavior.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Rolling statistics: rolling_mean_7 and rolling_std_7 for trend and volatility.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Insight: these features capture seasonality, historical momentum, and local fluctuations.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features.py code snippet]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Explain why lag features are powerful: they let the model learn demand memory.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Data Leakage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All predictor features are computed from past data only using shift(1).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Target is defined as a future value using shift(-7) for 7-day-ahead forecasting.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Strict chronological ordering is maintained throughout the pipeline.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Importance: prevents unrealistic performance and ensures reliable evaluation.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leakage prevention code snippet]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Mention this is a common pitfall and highlight that the project explicitly avoided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Model Training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Trained two models: Random Forest and XGBoost.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Applied an 80/20 train-test split to evaluate generalization.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Performed hyperparameter tuning to improve model quality.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Goal: choose the best model based on reliable evaluation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training code snippet]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Briefly mention XGBoost is strong for tabular data due to boosted 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Model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5334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5003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Evaluation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4953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Primary metric: RMSE (Root Mean Squared Error).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Lower RMSE indicates better prediction accuracy.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Conclusion: XGBoost was selected as the final model.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8400" y="1930400"/>
          <a:ext cx="4953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159000"/>
              </a:tblGrid>
              <a:tr h="71966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966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Higher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96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Calibri"/>
                        </a:rPr>
                        <a:t>Lower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48400" y="4445000"/>
            <a:ext cx="4953000" cy="762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6200" y="4622800"/>
            <a:ext cx="4699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RMSE table/chart]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Explain RMSE in simple terms: average prediction error magnitude in sales units.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Training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Flow: Data -&gt; Preprocess -&gt; Feature Engineering -&gt; Train -&gt; Save Model.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Implemented inside pipeline.py for automated execution.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Enables reproducible training with one command.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pipeline code snippet]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State that one script runs the complete ML training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Inference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Inference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1071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Flow: Input -&gt; Preprocess -&gt; Feature Engineering -&gt; Prediction.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Inference reuses the same logic and transformations used during training.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Ensures consistency, reliability, and reduced production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00" y="4267200"/>
            <a:ext cx="10718800" cy="1016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200" y="4445000"/>
            <a:ext cx="104648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inference flow diagram]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Highlight there is no mismatch between training and prediction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FastAPI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Model deployed as a REST API using FastAPI.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Endpoint: POST /predict.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Input format: JSON payload with required features.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Output: predicted demand value for decision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app.py endpoint code]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04199" y="42164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1999" y="43942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/docs screenshot]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Explain that API deployment enables easy integration with external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Dashboard (Streamlit)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Interactive UI allows users to request predictions without coding.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Users can select store and product family from input controls.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Lag features are auto-generated in the backend pipeline.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Charts show past demand against predicted demand for quick interpretation.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Streamlit screenshot]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Position this as the business-facing interface for non-technical users.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MLOps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Docker: containerized environment for consistent deployment.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CI: automated checks and workflows using GitHub Actions.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Logging: prediction and runtime logs stored in logs/app.log.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Model versioning: tracked model artifact (model_v1.pkl).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Docker + GitHub Actions screenshot]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Conclude this slide by saying these practices make the system production-ready.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7112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6781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Key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1905000"/>
            <a:ext cx="6654800" cy="33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src: core ML logic and reusable components.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pipeline: automation scripts for training workflow.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app: FastAPI service for prediction endpoint.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models: saved trained model artifacts.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logs: runtime and prediction logging outputs.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1473200"/>
            <a:ext cx="36830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3399" y="1625600"/>
            <a:ext cx="3352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Placeholder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04199" y="3175000"/>
            <a:ext cx="3175000" cy="8890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3352800"/>
            <a:ext cx="292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architecture diagram]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Explain each module and how data flows across components.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Live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Demo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2082800"/>
            <a:ext cx="107188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Show FastAPI interactive docs at /docs.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Run a sample prediction request and explain the JSON response.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Open Streamlit dashboard and demonstrate end-user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400" y="4521200"/>
            <a:ext cx="10718800" cy="7874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5200" y="4699000"/>
            <a:ext cx="1046480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[Add demo sequence screenshot(s)]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Transition smoothly from slides to live system by stating the demo sequence.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Project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2082800"/>
            <a:ext cx="107188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Built an end-to-end ML system for inventory demand forecasting.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Achieved accurate demand prediction with robust feature engineering and model selection.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Designed the solution for scalability and practical real-world 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Summarize impact: technical completeness plus business value.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8800" y="1473200"/>
            <a:ext cx="11074400" cy="4241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625600"/>
            <a:ext cx="10744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400" y="2082800"/>
            <a:ext cx="10718800" cy="266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Incorporate external signals such as weather and holidays.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Explore deep learning models like LSTM for sequence forecasting.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Enable real-time integration with enterprise inventory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Present future work as a roadmap from strong baseline to advanced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8800" y="355600"/>
            <a:ext cx="10922000" cy="58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2159000"/>
            <a:ext cx="762000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89200" y="2311400"/>
            <a:ext cx="7289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4748B"/>
                </a:solidFill>
                <a:latin typeface="Calibri"/>
              </a:rP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0000" y="2794000"/>
            <a:ext cx="7112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F172A"/>
                </a:solidFill>
                <a:latin typeface="Calibri"/>
              </a:rPr>
              <a:t>Thank you
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800" y="5918200"/>
            <a:ext cx="11074400" cy="5842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6096000"/>
            <a:ext cx="107188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Presenter Hint: Invite questions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